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notesSlides/notesSlide2.xml" ContentType="application/vnd.openxmlformats-officedocument.presentationml.notesSlide+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4"/>
  </p:sldMasterIdLst>
  <p:notesMasterIdLst>
    <p:notesMasterId r:id="rId65"/>
  </p:notesMasterIdLst>
  <p:sldIdLst>
    <p:sldId id="256" r:id="rId5"/>
    <p:sldId id="337" r:id="rId6"/>
    <p:sldId id="338" r:id="rId7"/>
    <p:sldId id="339" r:id="rId8"/>
    <p:sldId id="340" r:id="rId9"/>
    <p:sldId id="341" r:id="rId10"/>
    <p:sldId id="342" r:id="rId11"/>
    <p:sldId id="343" r:id="rId12"/>
    <p:sldId id="344" r:id="rId13"/>
    <p:sldId id="345" r:id="rId14"/>
    <p:sldId id="346" r:id="rId15"/>
    <p:sldId id="347" r:id="rId16"/>
    <p:sldId id="348" r:id="rId17"/>
    <p:sldId id="357" r:id="rId18"/>
    <p:sldId id="358" r:id="rId19"/>
    <p:sldId id="359" r:id="rId20"/>
    <p:sldId id="360" r:id="rId21"/>
    <p:sldId id="361" r:id="rId22"/>
    <p:sldId id="362" r:id="rId23"/>
    <p:sldId id="363" r:id="rId24"/>
    <p:sldId id="536" r:id="rId25"/>
    <p:sldId id="537"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49" r:id="rId41"/>
    <p:sldId id="381" r:id="rId42"/>
    <p:sldId id="494" r:id="rId43"/>
    <p:sldId id="379" r:id="rId44"/>
    <p:sldId id="518" r:id="rId45"/>
    <p:sldId id="380" r:id="rId46"/>
    <p:sldId id="519" r:id="rId47"/>
    <p:sldId id="520" r:id="rId48"/>
    <p:sldId id="521" r:id="rId49"/>
    <p:sldId id="522" r:id="rId50"/>
    <p:sldId id="523" r:id="rId51"/>
    <p:sldId id="524" r:id="rId52"/>
    <p:sldId id="525" r:id="rId53"/>
    <p:sldId id="526" r:id="rId54"/>
    <p:sldId id="527" r:id="rId55"/>
    <p:sldId id="528" r:id="rId56"/>
    <p:sldId id="529" r:id="rId57"/>
    <p:sldId id="530" r:id="rId58"/>
    <p:sldId id="531" r:id="rId59"/>
    <p:sldId id="532" r:id="rId60"/>
    <p:sldId id="533" r:id="rId61"/>
    <p:sldId id="534" r:id="rId62"/>
    <p:sldId id="535" r:id="rId63"/>
    <p:sldId id="260"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1E44"/>
    <a:srgbClr val="1E407C"/>
    <a:srgbClr val="009CDE"/>
    <a:srgbClr val="96BE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83" autoAdjust="0"/>
  </p:normalViewPr>
  <p:slideViewPr>
    <p:cSldViewPr snapToGrid="0">
      <p:cViewPr varScale="1">
        <p:scale>
          <a:sx n="58" d="100"/>
          <a:sy n="58" d="100"/>
        </p:scale>
        <p:origin x="1002"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895845-A421-482B-A83F-DE9AC5094B3D}" type="doc">
      <dgm:prSet loTypeId="urn:microsoft.com/office/officeart/2005/8/layout/process4" loCatId="process" qsTypeId="urn:microsoft.com/office/officeart/2005/8/quickstyle/simple2" qsCatId="simple" csTypeId="urn:microsoft.com/office/officeart/2005/8/colors/accent2_2" csCatId="accent2" phldr="1"/>
      <dgm:spPr/>
      <dgm:t>
        <a:bodyPr/>
        <a:lstStyle/>
        <a:p>
          <a:endParaRPr lang="en-US"/>
        </a:p>
      </dgm:t>
    </dgm:pt>
    <dgm:pt modelId="{B49A78DE-50C4-40E7-9EFB-FDB3E1299BC8}">
      <dgm:prSet/>
      <dgm:spPr/>
      <dgm:t>
        <a:bodyPr/>
        <a:lstStyle/>
        <a:p>
          <a:pPr rtl="0"/>
          <a:r>
            <a:rPr lang="en-US" dirty="0"/>
            <a:t>WhatsApp media webhook captures image ID</a:t>
          </a:r>
          <a:r>
            <a:rPr lang="en-US" dirty="0">
              <a:latin typeface="Neue Haas Grotesk Text Pro"/>
            </a:rPr>
            <a:t>. </a:t>
          </a:r>
          <a:r>
            <a:rPr lang="en-US" dirty="0"/>
            <a:t>n8n downloads the image via WhatsApp API</a:t>
          </a:r>
        </a:p>
      </dgm:t>
    </dgm:pt>
    <dgm:pt modelId="{46D28E46-CFF1-49DC-ABBE-32008E2C8ABD}" type="parTrans" cxnId="{0AF820E8-7EED-48B6-B5F3-40D049B3F85D}">
      <dgm:prSet/>
      <dgm:spPr/>
      <dgm:t>
        <a:bodyPr/>
        <a:lstStyle/>
        <a:p>
          <a:endParaRPr lang="en-US"/>
        </a:p>
      </dgm:t>
    </dgm:pt>
    <dgm:pt modelId="{7B99FEC0-583D-4DE4-ADE1-FD9E24F2CA80}" type="sibTrans" cxnId="{0AF820E8-7EED-48B6-B5F3-40D049B3F85D}">
      <dgm:prSet/>
      <dgm:spPr/>
      <dgm:t>
        <a:bodyPr/>
        <a:lstStyle/>
        <a:p>
          <a:endParaRPr lang="en-US"/>
        </a:p>
      </dgm:t>
    </dgm:pt>
    <dgm:pt modelId="{AAD44859-39D5-43B5-94B2-776B23D9186A}">
      <dgm:prSet/>
      <dgm:spPr/>
      <dgm:t>
        <a:bodyPr/>
        <a:lstStyle/>
        <a:p>
          <a:pPr rtl="0"/>
          <a:r>
            <a:rPr lang="en-US" dirty="0">
              <a:latin typeface="Neue Haas Grotesk Text Pro"/>
            </a:rPr>
            <a:t>If the switch detects an Image input it will redirect it towards the image section and the whole process will work seperately.</a:t>
          </a:r>
          <a:endParaRPr lang="en-US" dirty="0"/>
        </a:p>
      </dgm:t>
    </dgm:pt>
    <dgm:pt modelId="{3BBAE23A-FBBF-417F-8B02-94AC47125057}" type="parTrans" cxnId="{BD5538D7-DDE4-4FB7-9A6A-1248E7F52BEF}">
      <dgm:prSet/>
      <dgm:spPr/>
      <dgm:t>
        <a:bodyPr/>
        <a:lstStyle/>
        <a:p>
          <a:endParaRPr lang="en-US"/>
        </a:p>
      </dgm:t>
    </dgm:pt>
    <dgm:pt modelId="{188ECB93-019F-4081-B13F-964A834FE89D}" type="sibTrans" cxnId="{BD5538D7-DDE4-4FB7-9A6A-1248E7F52BEF}">
      <dgm:prSet/>
      <dgm:spPr/>
      <dgm:t>
        <a:bodyPr/>
        <a:lstStyle/>
        <a:p>
          <a:endParaRPr lang="en-US"/>
        </a:p>
      </dgm:t>
    </dgm:pt>
    <dgm:pt modelId="{F7156986-D241-4414-8274-B76E09500FDA}">
      <dgm:prSet/>
      <dgm:spPr/>
      <dgm:t>
        <a:bodyPr/>
        <a:lstStyle/>
        <a:p>
          <a:pPr rtl="0"/>
          <a:r>
            <a:rPr lang="en-US" dirty="0">
              <a:latin typeface="Neue Haas Grotesk Text Pro"/>
            </a:rPr>
            <a:t>Switch will redirect it towards get image from WhatsApp to </a:t>
          </a:r>
          <a:r>
            <a:rPr lang="en-US" dirty="0"/>
            <a:t>.</a:t>
          </a:r>
        </a:p>
      </dgm:t>
    </dgm:pt>
    <dgm:pt modelId="{6CFDCDE0-1047-4B22-9C42-6AAD05D396A3}" type="parTrans" cxnId="{60CF571F-8345-49E3-BAB3-6F4628B9F816}">
      <dgm:prSet/>
      <dgm:spPr/>
      <dgm:t>
        <a:bodyPr/>
        <a:lstStyle/>
        <a:p>
          <a:endParaRPr lang="en-US"/>
        </a:p>
      </dgm:t>
    </dgm:pt>
    <dgm:pt modelId="{D13A39BC-B116-4A0D-9000-9EA721B78114}" type="sibTrans" cxnId="{60CF571F-8345-49E3-BAB3-6F4628B9F816}">
      <dgm:prSet/>
      <dgm:spPr/>
      <dgm:t>
        <a:bodyPr/>
        <a:lstStyle/>
        <a:p>
          <a:endParaRPr lang="en-US"/>
        </a:p>
      </dgm:t>
    </dgm:pt>
    <dgm:pt modelId="{D0CA3D9B-6269-4D34-85D1-BAAD9A9FB410}" type="pres">
      <dgm:prSet presAssocID="{0C895845-A421-482B-A83F-DE9AC5094B3D}" presName="Name0" presStyleCnt="0">
        <dgm:presLayoutVars>
          <dgm:dir/>
          <dgm:animLvl val="lvl"/>
          <dgm:resizeHandles val="exact"/>
        </dgm:presLayoutVars>
      </dgm:prSet>
      <dgm:spPr/>
    </dgm:pt>
    <dgm:pt modelId="{92A18769-10A5-4E79-BDD0-5A67754A2CDA}" type="pres">
      <dgm:prSet presAssocID="{F7156986-D241-4414-8274-B76E09500FDA}" presName="boxAndChildren" presStyleCnt="0"/>
      <dgm:spPr/>
    </dgm:pt>
    <dgm:pt modelId="{2A44F235-C4BE-440C-ADA9-26F18F01AC12}" type="pres">
      <dgm:prSet presAssocID="{F7156986-D241-4414-8274-B76E09500FDA}" presName="parentTextBox" presStyleLbl="node1" presStyleIdx="0" presStyleCnt="3" custLinFactNeighborY="2766"/>
      <dgm:spPr/>
    </dgm:pt>
    <dgm:pt modelId="{0289F8F9-65A4-4A01-8587-68DD6E51AECF}" type="pres">
      <dgm:prSet presAssocID="{188ECB93-019F-4081-B13F-964A834FE89D}" presName="sp" presStyleCnt="0"/>
      <dgm:spPr/>
    </dgm:pt>
    <dgm:pt modelId="{2FB2A9D0-7AA8-4198-AE5F-850E0962E93A}" type="pres">
      <dgm:prSet presAssocID="{AAD44859-39D5-43B5-94B2-776B23D9186A}" presName="arrowAndChildren" presStyleCnt="0"/>
      <dgm:spPr/>
    </dgm:pt>
    <dgm:pt modelId="{30312D96-57C8-49A3-83B0-4F4A44120E07}" type="pres">
      <dgm:prSet presAssocID="{AAD44859-39D5-43B5-94B2-776B23D9186A}" presName="parentTextArrow" presStyleLbl="node1" presStyleIdx="1" presStyleCnt="3"/>
      <dgm:spPr/>
    </dgm:pt>
    <dgm:pt modelId="{E8B2F422-468B-4523-A1D7-BDD2FE004546}" type="pres">
      <dgm:prSet presAssocID="{7B99FEC0-583D-4DE4-ADE1-FD9E24F2CA80}" presName="sp" presStyleCnt="0"/>
      <dgm:spPr/>
    </dgm:pt>
    <dgm:pt modelId="{6E9E765F-4690-4EFC-A81B-410FFE424DD7}" type="pres">
      <dgm:prSet presAssocID="{B49A78DE-50C4-40E7-9EFB-FDB3E1299BC8}" presName="arrowAndChildren" presStyleCnt="0"/>
      <dgm:spPr/>
    </dgm:pt>
    <dgm:pt modelId="{7913B144-467D-449C-84D4-3F6E7DE8C089}" type="pres">
      <dgm:prSet presAssocID="{B49A78DE-50C4-40E7-9EFB-FDB3E1299BC8}" presName="parentTextArrow" presStyleLbl="node1" presStyleIdx="2" presStyleCnt="3" custLinFactNeighborY="-25"/>
      <dgm:spPr/>
    </dgm:pt>
  </dgm:ptLst>
  <dgm:cxnLst>
    <dgm:cxn modelId="{60CF571F-8345-49E3-BAB3-6F4628B9F816}" srcId="{0C895845-A421-482B-A83F-DE9AC5094B3D}" destId="{F7156986-D241-4414-8274-B76E09500FDA}" srcOrd="2" destOrd="0" parTransId="{6CFDCDE0-1047-4B22-9C42-6AAD05D396A3}" sibTransId="{D13A39BC-B116-4A0D-9000-9EA721B78114}"/>
    <dgm:cxn modelId="{04BF174C-3834-4C88-B6BF-F8C62656720B}" type="presOf" srcId="{F7156986-D241-4414-8274-B76E09500FDA}" destId="{2A44F235-C4BE-440C-ADA9-26F18F01AC12}" srcOrd="0" destOrd="0" presId="urn:microsoft.com/office/officeart/2005/8/layout/process4"/>
    <dgm:cxn modelId="{29E40D8F-0FE6-4F39-BBE8-F74279C8CA58}" type="presOf" srcId="{B49A78DE-50C4-40E7-9EFB-FDB3E1299BC8}" destId="{7913B144-467D-449C-84D4-3F6E7DE8C089}" srcOrd="0" destOrd="0" presId="urn:microsoft.com/office/officeart/2005/8/layout/process4"/>
    <dgm:cxn modelId="{EAB324B8-8BFC-4209-8529-034BA4C6AECC}" type="presOf" srcId="{AAD44859-39D5-43B5-94B2-776B23D9186A}" destId="{30312D96-57C8-49A3-83B0-4F4A44120E07}" srcOrd="0" destOrd="0" presId="urn:microsoft.com/office/officeart/2005/8/layout/process4"/>
    <dgm:cxn modelId="{BD5538D7-DDE4-4FB7-9A6A-1248E7F52BEF}" srcId="{0C895845-A421-482B-A83F-DE9AC5094B3D}" destId="{AAD44859-39D5-43B5-94B2-776B23D9186A}" srcOrd="1" destOrd="0" parTransId="{3BBAE23A-FBBF-417F-8B02-94AC47125057}" sibTransId="{188ECB93-019F-4081-B13F-964A834FE89D}"/>
    <dgm:cxn modelId="{19EBB2E7-3148-4B28-8453-755BBFDA2CDF}" type="presOf" srcId="{0C895845-A421-482B-A83F-DE9AC5094B3D}" destId="{D0CA3D9B-6269-4D34-85D1-BAAD9A9FB410}" srcOrd="0" destOrd="0" presId="urn:microsoft.com/office/officeart/2005/8/layout/process4"/>
    <dgm:cxn modelId="{0AF820E8-7EED-48B6-B5F3-40D049B3F85D}" srcId="{0C895845-A421-482B-A83F-DE9AC5094B3D}" destId="{B49A78DE-50C4-40E7-9EFB-FDB3E1299BC8}" srcOrd="0" destOrd="0" parTransId="{46D28E46-CFF1-49DC-ABBE-32008E2C8ABD}" sibTransId="{7B99FEC0-583D-4DE4-ADE1-FD9E24F2CA80}"/>
    <dgm:cxn modelId="{C309DC1F-C14C-4F80-AFE2-D75A401DCCF1}" type="presParOf" srcId="{D0CA3D9B-6269-4D34-85D1-BAAD9A9FB410}" destId="{92A18769-10A5-4E79-BDD0-5A67754A2CDA}" srcOrd="0" destOrd="0" presId="urn:microsoft.com/office/officeart/2005/8/layout/process4"/>
    <dgm:cxn modelId="{B6BB015A-96D2-4499-B70E-62EC78783472}" type="presParOf" srcId="{92A18769-10A5-4E79-BDD0-5A67754A2CDA}" destId="{2A44F235-C4BE-440C-ADA9-26F18F01AC12}" srcOrd="0" destOrd="0" presId="urn:microsoft.com/office/officeart/2005/8/layout/process4"/>
    <dgm:cxn modelId="{FCF90207-3441-4A3D-9E4C-B538328E2F2C}" type="presParOf" srcId="{D0CA3D9B-6269-4D34-85D1-BAAD9A9FB410}" destId="{0289F8F9-65A4-4A01-8587-68DD6E51AECF}" srcOrd="1" destOrd="0" presId="urn:microsoft.com/office/officeart/2005/8/layout/process4"/>
    <dgm:cxn modelId="{38EE016A-2B47-431C-BCA9-5B7363B0C958}" type="presParOf" srcId="{D0CA3D9B-6269-4D34-85D1-BAAD9A9FB410}" destId="{2FB2A9D0-7AA8-4198-AE5F-850E0962E93A}" srcOrd="2" destOrd="0" presId="urn:microsoft.com/office/officeart/2005/8/layout/process4"/>
    <dgm:cxn modelId="{A350F60A-F6E7-4C43-849B-32AB14EE6CA9}" type="presParOf" srcId="{2FB2A9D0-7AA8-4198-AE5F-850E0962E93A}" destId="{30312D96-57C8-49A3-83B0-4F4A44120E07}" srcOrd="0" destOrd="0" presId="urn:microsoft.com/office/officeart/2005/8/layout/process4"/>
    <dgm:cxn modelId="{CCD25AC3-2ED6-45C0-8E6A-EC4DF5302381}" type="presParOf" srcId="{D0CA3D9B-6269-4D34-85D1-BAAD9A9FB410}" destId="{E8B2F422-468B-4523-A1D7-BDD2FE004546}" srcOrd="3" destOrd="0" presId="urn:microsoft.com/office/officeart/2005/8/layout/process4"/>
    <dgm:cxn modelId="{9F62EF40-0DD7-4CA2-A57D-427F341CB21A}" type="presParOf" srcId="{D0CA3D9B-6269-4D34-85D1-BAAD9A9FB410}" destId="{6E9E765F-4690-4EFC-A81B-410FFE424DD7}" srcOrd="4" destOrd="0" presId="urn:microsoft.com/office/officeart/2005/8/layout/process4"/>
    <dgm:cxn modelId="{3E9379A2-C861-449E-9087-E82F0C6E76A7}" type="presParOf" srcId="{6E9E765F-4690-4EFC-A81B-410FFE424DD7}" destId="{7913B144-467D-449C-84D4-3F6E7DE8C08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44F235-C4BE-440C-ADA9-26F18F01AC12}">
      <dsp:nvSpPr>
        <dsp:cNvPr id="0" name=""/>
        <dsp:cNvSpPr/>
      </dsp:nvSpPr>
      <dsp:spPr>
        <a:xfrm>
          <a:off x="0" y="3083811"/>
          <a:ext cx="10515600" cy="101193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rtl="0">
            <a:lnSpc>
              <a:spcPct val="90000"/>
            </a:lnSpc>
            <a:spcBef>
              <a:spcPct val="0"/>
            </a:spcBef>
            <a:spcAft>
              <a:spcPct val="35000"/>
            </a:spcAft>
            <a:buNone/>
          </a:pPr>
          <a:r>
            <a:rPr lang="en-US" sz="2300" kern="1200" dirty="0">
              <a:latin typeface="Neue Haas Grotesk Text Pro"/>
            </a:rPr>
            <a:t>Switch will redirect it towards get image from WhatsApp to </a:t>
          </a:r>
          <a:r>
            <a:rPr lang="en-US" sz="2300" kern="1200" dirty="0"/>
            <a:t>.</a:t>
          </a:r>
        </a:p>
      </dsp:txBody>
      <dsp:txXfrm>
        <a:off x="0" y="3083811"/>
        <a:ext cx="10515600" cy="1011938"/>
      </dsp:txXfrm>
    </dsp:sp>
    <dsp:sp modelId="{30312D96-57C8-49A3-83B0-4F4A44120E07}">
      <dsp:nvSpPr>
        <dsp:cNvPr id="0" name=""/>
        <dsp:cNvSpPr/>
      </dsp:nvSpPr>
      <dsp:spPr>
        <a:xfrm rot="10800000">
          <a:off x="0" y="1541905"/>
          <a:ext cx="10515600" cy="1556361"/>
        </a:xfrm>
        <a:prstGeom prst="upArrowCallou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rtl="0">
            <a:lnSpc>
              <a:spcPct val="90000"/>
            </a:lnSpc>
            <a:spcBef>
              <a:spcPct val="0"/>
            </a:spcBef>
            <a:spcAft>
              <a:spcPct val="35000"/>
            </a:spcAft>
            <a:buNone/>
          </a:pPr>
          <a:r>
            <a:rPr lang="en-US" sz="2300" kern="1200" dirty="0">
              <a:latin typeface="Neue Haas Grotesk Text Pro"/>
            </a:rPr>
            <a:t>If the switch detects an Image input it will redirect it towards the image section and the whole process will work seperately.</a:t>
          </a:r>
          <a:endParaRPr lang="en-US" sz="2300" kern="1200" dirty="0"/>
        </a:p>
      </dsp:txBody>
      <dsp:txXfrm rot="10800000">
        <a:off x="0" y="1541905"/>
        <a:ext cx="10515600" cy="1011277"/>
      </dsp:txXfrm>
    </dsp:sp>
    <dsp:sp modelId="{7913B144-467D-449C-84D4-3F6E7DE8C089}">
      <dsp:nvSpPr>
        <dsp:cNvPr id="0" name=""/>
        <dsp:cNvSpPr/>
      </dsp:nvSpPr>
      <dsp:spPr>
        <a:xfrm rot="10800000">
          <a:off x="0" y="334"/>
          <a:ext cx="10515600" cy="1556361"/>
        </a:xfrm>
        <a:prstGeom prst="upArrowCallou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rtl="0">
            <a:lnSpc>
              <a:spcPct val="90000"/>
            </a:lnSpc>
            <a:spcBef>
              <a:spcPct val="0"/>
            </a:spcBef>
            <a:spcAft>
              <a:spcPct val="35000"/>
            </a:spcAft>
            <a:buNone/>
          </a:pPr>
          <a:r>
            <a:rPr lang="en-US" sz="2300" kern="1200" dirty="0"/>
            <a:t>WhatsApp media webhook captures image ID</a:t>
          </a:r>
          <a:r>
            <a:rPr lang="en-US" sz="2300" kern="1200" dirty="0">
              <a:latin typeface="Neue Haas Grotesk Text Pro"/>
            </a:rPr>
            <a:t>. </a:t>
          </a:r>
          <a:r>
            <a:rPr lang="en-US" sz="2300" kern="1200" dirty="0"/>
            <a:t>n8n downloads the image via WhatsApp API</a:t>
          </a:r>
        </a:p>
      </dsp:txBody>
      <dsp:txXfrm rot="10800000">
        <a:off x="0" y="334"/>
        <a:ext cx="10515600" cy="101127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16.036"/>
    </inkml:context>
    <inkml:brush xml:id="br0">
      <inkml:brushProperty name="width" value="0.035" units="cm"/>
      <inkml:brushProperty name="height" value="0.035" units="cm"/>
    </inkml:brush>
  </inkml:definitions>
  <inkml:trace contextRef="#ctx0" brushRef="#br0">542 339 24575,'9'-6'0,"0"-1"0,0 1 0,1 1 0,0 0 0,0 1 0,0-1 0,1 2 0,-1 0 0,16-3 0,12-5 0,57-16 0,0 4 0,1 4 0,108-7 0,297 4 0,-458 21 0,1358-2 0,-1310 9 0,-1 3 0,0 4 0,0 5 0,137 44 0,325 163 0,-488-192 0,-1 3 0,-2 3 0,82 67 0,-60-51 0,-65-45 0,-1 0 0,0 2 0,-1-1 0,0 2 0,-1 0 0,26 29 0,-36-32 0,-1 0 0,0 0 0,0 1 0,-1-1 0,0 1 0,-1 0 0,0-1 0,-1 1 0,0 0 0,-1 0 0,0 0 0,0 0 0,-2 0 0,1 0 0,-1 0 0,-1-1 0,-6 20 0,6-25 0,0 0 0,-1 0 0,1-1 0,-1 1 0,0-1 0,-1 0 0,1 0 0,-1 0 0,1 0 0,-1-1 0,-6 3 0,-65 32 0,44-24 0,-78 34 0,-2-5 0,-140 34 0,-243 34 0,394-94 0,-176 7 0,-107-23 0,180-3 0,19-13 0,83 4 0,-427-74 0,266 34 0,71 11 0,-29-6 0,90 26 0,1-6 0,1-6 0,-213-82 0,250 77 0,38 16 0,0-2 0,-57-34 0,94 47 0,1-1 0,1-1 0,0 0 0,1-1 0,0 0 0,1-1 0,0-1 0,1 0 0,1 0 0,-15-28 0,20 33 0,1 0 0,0-1 0,1 1 0,0-1 0,1 0 0,0-1 0,-3-20 0,6 26 0,1 0 0,-1 0 0,1 1 0,0-1 0,0 1 0,0-1 0,1 1 0,0-1 0,0 1 0,1 0 0,-1 0 0,1 0 0,0 0 0,0 0 0,1 1 0,-1-1 0,9-6 0,12-9 0,1 1 0,0 1 0,2 1 0,0 2 0,0 0 0,1 2 0,36-11 0,20-11 0,195-113 0,-131 66 0,-108 60-151,2 1-1,0 3 0,1 1 0,1 3 1,0 1-1,1 2 0,0 2 1,76-5-1,-97 14-6674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17.607"/>
    </inkml:context>
    <inkml:brush xml:id="br0">
      <inkml:brushProperty name="width" value="0.035" units="cm"/>
      <inkml:brushProperty name="height" value="0.035" units="cm"/>
    </inkml:brush>
  </inkml:definitions>
  <inkml:trace contextRef="#ctx0" brushRef="#br0">1 4 24575,'225'0'75,"1282"25"-965,-119 71-406,-605-38 752,601 50 544,521 33 0,1071-74-1097,-2274-60 1685,301-3 1284,-7-78-662,-546 7-1111,275-36-116,721-15 17,-703 83 0,-6-37 0,-731 71 9,6 0-205,-1 0 0,1-1-1,-1-1 1,1 0 0,-1 0-1,20-10 1,-14 0-6630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19.311"/>
    </inkml:context>
    <inkml:brush xml:id="br0">
      <inkml:brushProperty name="width" value="0.035" units="cm"/>
      <inkml:brushProperty name="height" value="0.035" units="cm"/>
    </inkml:brush>
  </inkml:definitions>
  <inkml:trace contextRef="#ctx0" brushRef="#br0">733 261 24575,'-54'0'0,"-60"-8"0,92 4 0,0 0 0,0-1 0,1-2 0,0 0 0,-30-14 0,20 6 0,-131-70 0,151 79 0,-1 1 0,0 0 0,-1 1 0,1 0 0,-26-4 0,27 7 0,0-1 0,0-1 0,0 0 0,1 0 0,0-1 0,-1 0 0,-17-11 0,27 14 0,1 1 0,-1 0 0,0-1 0,1 1 0,-1 0 0,1-1 0,-1 1 0,0-1 0,1 1 0,-1 0 0,1-1 0,0 0 0,-1 1 0,1-1 0,-1 1 0,1-1 0,0 1 0,-1-1 0,1 0 0,0 1 0,0-1 0,-1 0 0,1 1 0,0-1 0,0 0 0,0 1 0,0-1 0,0 0 0,0 1 0,0-1 0,0 0 0,0 0 0,1 0 0,0 0 0,0 0 0,0 0 0,0 0 0,0 0 0,1 0 0,-1 0 0,1 1 0,-1-1 0,0 0 0,1 1 0,-1-1 0,1 1 0,2-1 0,58-6 0,-60 7 0,462 2 0,-444-2 0,0 2 0,0 0 0,0 2 0,0 0 0,0 1 0,-1 1 0,27 12 0,-41-16 0,0 0 0,-1 1 0,1-1 0,-1 1 0,0 0 0,1 1 0,-1-1 0,-1 1 0,1 0 0,0 0 0,-1 0 0,0 0 0,0 0 0,0 1 0,-1-1 0,1 1 0,-1 0 0,0 0 0,-1 0 0,1 0 0,-1 0 0,0 0 0,0 0 0,0 1 0,-1-1 0,0 0 0,0 1 0,0-1 0,-1 0 0,0 0 0,0 0 0,0 1 0,-3 6 0,0-1 0,0 0 0,-1 0 0,-1-1 0,0 1 0,0-1 0,-1 0 0,0-1 0,-9 10 0,-77 69 0,29-29 0,-98 89 0,41-40 0,107-93-190,2 0 1,-1 1-1,-9 17 0,17-26-416,-5 10-6220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20.644"/>
    </inkml:context>
    <inkml:brush xml:id="br0">
      <inkml:brushProperty name="width" value="0.035" units="cm"/>
      <inkml:brushProperty name="height" value="0.035" units="cm"/>
    </inkml:brush>
  </inkml:definitions>
  <inkml:trace contextRef="#ctx0" brushRef="#br0">464 1 24575,'0'1'0,"0"0"0,-1 0 0,1 0 0,-1 1 0,0-1 0,1 0 0,-1 0 0,0 0 0,0 0 0,1 0 0,-1 0 0,0-1 0,0 1 0,0 0 0,0 0 0,0-1 0,0 1 0,0 0 0,0-1 0,-1 1 0,1-1 0,0 0 0,0 1 0,0-1 0,-1 0 0,1 0 0,-2 1 0,-40 4 0,38-5 0,-242 2 64,128-4-1493,96 2-5397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21.846"/>
    </inkml:context>
    <inkml:brush xml:id="br0">
      <inkml:brushProperty name="width" value="0.035" units="cm"/>
      <inkml:brushProperty name="height" value="0.035" units="cm"/>
    </inkml:brush>
  </inkml:definitions>
  <inkml:trace contextRef="#ctx0" brushRef="#br0">324 1 24575,'0'19'0,"-2"0"0,-1 1 0,0-1 0,-1 0 0,-13 35 0,-47 90 0,18-45 0,11-19 0,-94 260 0,118-308-1365,2-9-5461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08.159"/>
    </inkml:context>
    <inkml:brush xml:id="br0">
      <inkml:brushProperty name="width" value="0.035" units="cm"/>
      <inkml:brushProperty name="height" value="0.035" units="cm"/>
    </inkml:brush>
  </inkml:definitions>
  <inkml:trace contextRef="#ctx0" brushRef="#br0">80 106 24575,'12'-10'0,"0"0"0,1 0 0,1 2 0,0-1 0,0 2 0,0 0 0,1 0 0,0 2 0,0 0 0,0 0 0,26-3 0,8 1 0,-1 2 0,73 2 0,561 5 0,-665 0 0,0 0 0,0 1 0,0 1 0,0 1 0,-1 0 0,0 1 0,0 1 0,0 0 0,-1 1 0,0 1 0,0 1 0,-1 0 0,22 20 0,-32-26 0,0 0 0,0 0 0,-1 1 0,1-1 0,-1 1 0,-1 0 0,1-1 0,0 1 0,-1 1 0,0-1 0,0 0 0,-1 0 0,0 1 0,0-1 0,1 9 0,0 10 0,-2-1 0,-3 34 0,1-13 0,1-21 0,0-1 0,-2 1 0,0-1 0,-2 1 0,0-1 0,-10 23 0,-8 29 0,18-53 0,-1 0 0,-1-1 0,-1 1 0,-1-2 0,-16 28 0,20-41 0,-1 0 0,1 0 0,-1-1 0,-1 0 0,1 0 0,-1 0 0,1-1 0,-1 0 0,-1 0 0,-13 5 0,-83 23 0,91-29 0,-365 82 0,229-59 0,124-21 0,0-1 0,-1-1 0,1-1 0,-1-1 0,1-2 0,-1 0 0,1-2 0,0-1 0,-35-9 0,27-1 0,2 0 0,0-3 0,0 0 0,-38-30 0,67 46 0,1-1 0,-1 1 0,0-1 0,1 1 0,-1-1 0,1 0 0,-1 1 0,1-1 0,0 0 0,0 0 0,0 0 0,0 0 0,0 0 0,0 0 0,0-1 0,1 1 0,-1 0 0,1 0 0,0-1 0,-1 1 0,1-4 0,1-4 0,0 1 0,1-1 0,0 1 0,4-11 0,5-35 0,-13 25 0,-2 1 0,0 0 0,-2 1 0,-2-1 0,-13-36 0,-5-18 0,10 25-99,5 26-154,2-1 0,2 0-1,1 0 1,-2-40 0,8 45-6573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09.724"/>
    </inkml:context>
    <inkml:brush xml:id="br0">
      <inkml:brushProperty name="width" value="0.035" units="cm"/>
      <inkml:brushProperty name="height" value="0.035" units="cm"/>
    </inkml:brush>
  </inkml:definitions>
  <inkml:trace contextRef="#ctx0" brushRef="#br0">1 414 24575,'4'6'0,"0"0"0,0-1 0,0 0 0,1 0 0,-1 0 0,1 0 0,1-1 0,-1 0 0,1 0 0,-1 0 0,11 5 0,74 27 0,101 18 0,302 47 0,-458-95 0,1005 140-491,5-40-130,-41-4 694,-505-45-187,719 76 354,7-57-1689,2052-47 385,-2951-38 1717,0-14-1,-2-14 0,324-80 0,503-117 165,-61-19-817,-1067 247 0,447-116 0,203-56 0,-182 50 0,121-36 0,-528 137-1365,-20 3-5461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32:11.196"/>
    </inkml:context>
    <inkml:brush xml:id="br0">
      <inkml:brushProperty name="width" value="0.035" units="cm"/>
      <inkml:brushProperty name="height" value="0.035" units="cm"/>
    </inkml:brush>
  </inkml:definitions>
  <inkml:trace contextRef="#ctx0" brushRef="#br0">876 209 24575,'-13'-1'0,"-1"-2"0,1 0 0,0 0 0,0-2 0,0 1 0,0-1 0,-22-13 0,-28-11 0,-20 0 0,-1 4 0,-138-24 0,143 34 0,58 10 0,0 0 0,1 1 0,-1 1 0,-1 2 0,1 0 0,0 0 0,-38 6 0,59-5 0,-1 0 0,1 0 0,-1 0 0,1 0 0,0 0 0,-1 0 0,1 0 0,-1 0 0,1 0 0,0 0 0,-1 1 0,1-1 0,-1 0 0,1 0 0,0 0 0,-1 0 0,1 1 0,0-1 0,-1 0 0,1 0 0,0 1 0,-1-1 0,1 0 0,0 1 0,0-1 0,-1 0 0,1 1 0,0-1 0,0 0 0,0 1 0,-1-1 0,1 0 0,0 1 0,0-1 0,0 1 0,0-1 0,0 0 0,0 1 0,0-1 0,0 1 0,0 0 0,16 12 0,30 5 0,223 10 0,-166-10 0,151 22 0,-247-39 0,1 1 0,-1 0 0,1 0 0,-1 1 0,0 0 0,0 0 0,0 0 0,0 1 0,0 0 0,-1 1 0,0-1 0,0 1 0,0 1 0,0-1 0,-1 1 0,0 0 0,0 0 0,5 10 0,-1-1 0,0 0 0,-2 1 0,0 0 0,-1 0 0,0 0 0,-2 1 0,5 23 0,-4 14 0,-1 0 0,-7 82 0,1-32 0,1 314-1365,1-366-5461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7:35:27.145"/>
    </inkml:context>
    <inkml:brush xml:id="br0">
      <inkml:brushProperty name="width" value="0.035" units="cm"/>
      <inkml:brushProperty name="height" value="0.035" units="cm"/>
    </inkml:brush>
  </inkml:definitions>
  <inkml:trace contextRef="#ctx0" brushRef="#br0">0 0 24492,'0'833'0,"833"-833"0,-833-833 0,-833 833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7:35:29.631"/>
    </inkml:context>
    <inkml:brush xml:id="br0">
      <inkml:brushProperty name="width" value="0.035" units="cm"/>
      <inkml:brushProperty name="height" value="0.035" units="cm"/>
    </inkml:brush>
  </inkml:definitions>
  <inkml:trace contextRef="#ctx0" brushRef="#br0">153 1 24575,'-4'40'0,"-1"0"0,-2-1 0,-1 0 0,-22 62 0,16-55 0,-8 34 0,3 1 0,-9 112 0,14 168 0,12-137 0,6 181 0,4-322 44,21 89 0,-16-107-529,-2 0 1,3 121 0,-14-164-6342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7:35:31.250"/>
    </inkml:context>
    <inkml:brush xml:id="br0">
      <inkml:brushProperty name="width" value="0.035" units="cm"/>
      <inkml:brushProperty name="height" value="0.035" units="cm"/>
    </inkml:brush>
  </inkml:definitions>
  <inkml:trace contextRef="#ctx0" brushRef="#br0">282 1 24575,'0'5'0,"-1"1"0,0-1 0,0 0 0,-1 0 0,1 0 0,-1 0 0,0 0 0,-1 0 0,1 0 0,-1 0 0,0-1 0,0 0 0,0 1 0,-1-1 0,1 0 0,-1-1 0,-5 5 0,-11 8 0,0 0 0,-31 16 0,15-9 0,20-12-273,1 1 0,0 0 0,0 1 0,-20 24 0,23-22-6553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7:35:32.469"/>
    </inkml:context>
    <inkml:brush xml:id="br0">
      <inkml:brushProperty name="width" value="0.035" units="cm"/>
      <inkml:brushProperty name="height" value="0.035" units="cm"/>
    </inkml:brush>
  </inkml:definitions>
  <inkml:trace contextRef="#ctx0" brushRef="#br0">1 1 24575,'1'14'0,"1"0"0,1 0 0,0 0 0,1-1 0,1 1 0,0-1 0,1 0 0,0 0 0,11 16 0,-6-10 0,-1 1 0,14 39 0,14 81-1365,-32-124-5461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16:37.601"/>
    </inkml:context>
    <inkml:brush xml:id="br0">
      <inkml:brushProperty name="width" value="0.035" units="cm"/>
      <inkml:brushProperty name="height" value="0.035" units="cm"/>
    </inkml:brush>
  </inkml:definitions>
  <inkml:trace contextRef="#ctx0" brushRef="#br0">331 0 24300,'-331'150'0,"993"-150"0,-737-150 0,-181 150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16:33.606"/>
    </inkml:context>
    <inkml:brush xml:id="br0">
      <inkml:brushProperty name="width" value="0.035" units="cm"/>
      <inkml:brushProperty name="height" value="0.035" units="cm"/>
    </inkml:brush>
  </inkml:definitions>
  <inkml:trace contextRef="#ctx0" brushRef="#br0">253 189 24575,'476'-14'0,"429"-29"0,-515 23 0,290-18 0,47 27 0,-452 13 0,624 59 0,-9 72 0,187 21 0,100-31 0,-307-95 0,-667-29 0,-120-3 0,158-30 0,-54 6 0,-96 16 0,1 1 0,105-1 0,1757 13 0,-1733-13 0,-16-1 0,274-2 0,352 6 0,-701 14 0,0 5 0,226 50 0,-2 3 0,-142-28 0,-56-1 0,-135-27 0,1 1 0,-1 0 0,0 1 0,37 24 0,284 220 0,-268-197 0,-43-34 0,-1 1 0,36 37 0,-57-50 0,0 1 0,0 0 0,-2 0 0,1 0 0,-1 1 0,-1 0 0,0 0 0,-1 1 0,0 0 0,4 19 0,-5-12 0,-1 1 0,-1-1 0,-1 1 0,0 0 0,-2-1 0,0 1 0,-1 0 0,-10 37 0,3-28 0,-1-1 0,-1 1 0,-2-2 0,-1 0 0,-21 32 0,22-40 0,-2-1 0,-1-1 0,0 0 0,-1-1 0,-1-1 0,-23 16 0,-125 75 0,60-51 0,-4-5 0,-121 39 0,26-11 0,72-24 0,-2-6 0,-2-6 0,-172 31 0,-130 11 0,295-54 0,-98 17 0,133-31 0,-40 7 0,-262 8 0,-231 15 0,588-41 0,-781 17 0,591-25 0,-461 3 0,-539-5 0,648-20 0,-223-1 0,-399 27 0,660-3 0,425-5 0,-184-33 0,66 6 0,-493-59 0,100 12 0,343 38 0,-206-14 0,-11 5 0,98-1 0,286 36 0,79 11 0,1-3 0,-64-16 0,86 17 0,1 1 0,-65-3 0,60 7 0,1-2 0,-37-8 0,57 9 0,-20-5 0,0-1 0,0-2 0,1-1 0,-55-28 0,-276-185 0,351 215 0,0-1 0,1 0 0,1 0 0,-1-1 0,2-1 0,-15-20 0,2 0 0,-29-57 0,44 72 0,2 0 0,0 0 0,1-1 0,1 1 0,1-1 0,0-1 0,0-22 0,3-142 0,4 97 0,1 38 0,3 0 0,1 1 0,3 0 0,1 1 0,28-65 0,16-67 0,34-100 0,-26 92 0,-59 172-136,0 1-1,1 0 1,1 1-1,0 0 1,0 0-1,2 0 1,-1 1-1,2 0 0,18-19 1,-13 19-6690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16:35.444"/>
    </inkml:context>
    <inkml:brush xml:id="br0">
      <inkml:brushProperty name="width" value="0.035" units="cm"/>
      <inkml:brushProperty name="height" value="0.035" units="cm"/>
    </inkml:brush>
  </inkml:definitions>
  <inkml:trace contextRef="#ctx0" brushRef="#br0">1 6623 24575,'19'-86'0,"-11"-317"0,-11 240 0,3 161 0,26-633 0,-16 555 0,22-185 0,71-271 0,-4 145 0,87-318 0,41 12 0,249-570 0,-429 1145 0,110-204 0,85-89 0,-176 311 0,125-232 0,-184 322-102,14-41-1161,-18 38-5563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16:41.082"/>
    </inkml:context>
    <inkml:brush xml:id="br0">
      <inkml:brushProperty name="width" value="0.035" units="cm"/>
      <inkml:brushProperty name="height" value="0.035" units="cm"/>
    </inkml:brush>
  </inkml:definitions>
  <inkml:trace contextRef="#ctx0" brushRef="#br0">397 45 24575,'-4'0'0,"-6"0"0,-1-4 0,-3-2 0,-3 1 0,-4 0 0,-1 2 0,-6 1 0,-3 1 0,0 1 0,1 0 0,2 0 0,0 0 0,2 0 0,1-4 0,0-1 0,0 0 0,5 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16:42.112"/>
    </inkml:context>
    <inkml:brush xml:id="br0">
      <inkml:brushProperty name="width" value="0.035" units="cm"/>
      <inkml:brushProperty name="height" value="0.035" units="cm"/>
    </inkml:brush>
  </inkml:definitions>
  <inkml:trace contextRef="#ctx0" brushRef="#br0">0 0 24575,'2'1'0,"-1"-1"0,0 1 0,1 0 0,-1-1 0,0 1 0,0 0 0,1 0 0,-1 0 0,0 0 0,0 0 0,0 0 0,0 0 0,0 0 0,0 0 0,0 0 0,-1 1 0,1-1 0,0 0 0,-1 1 0,1-1 0,0 2 0,14 36 0,-12-30 0,18 60 0,18 108 0,-26-107 0,-8-40 0,-2 0 0,0 45 0,-1 2 0,6-38-1365,-3-23-5461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16:43.115"/>
    </inkml:context>
    <inkml:brush xml:id="br0">
      <inkml:brushProperty name="width" value="0.035" units="cm"/>
      <inkml:brushProperty name="height" value="0.035" units="cm"/>
    </inkml:brush>
  </inkml:definitions>
  <inkml:trace contextRef="#ctx0" brushRef="#br0">492 49 24575,'-8'-2'0,"1"0"0,-1 0 0,1-1 0,-1 0 0,-8-4 0,1 0 0,2 2 0,1 1 0,-1 0 0,0 1 0,0 1 0,0 0 0,0 0-1,0 2 1,-22 0 0,-2 5 22,-61 14-1,-25 4-1428,97-21-5419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20:09.590"/>
    </inkml:context>
    <inkml:brush xml:id="br0">
      <inkml:brushProperty name="width" value="0.035" units="cm"/>
      <inkml:brushProperty name="height" value="0.035" units="cm"/>
    </inkml:brush>
  </inkml:definitions>
  <inkml:trace contextRef="#ctx0" brushRef="#br0">1448 29 24575,'172'-13'0,"-1"-1"0,59 12 0,431 6 0,-295 20 0,122 2 0,-246-13 0,16 0 0,-214-14 0,0 3 0,68 10 0,-86-7 0,0 1 0,-1 0 0,0 2 0,0 1 0,-1 1 0,31 18 0,44 19 0,-77-38 0,0 1 0,0 1 0,-1 0 0,0 2 0,21 18 0,-2-1 0,-30-24 0,-1 1 0,1 1 0,-1 0 0,0 0 0,11 14 0,8 13 0,-18-24 0,-1 0 0,16 25 0,63 99 0,-82-126 0,13 21 0,-1 2 0,-2 0 0,13 37 0,9 17 0,-29-66 0,-2 1 0,0-1 0,4 27 0,13 38 0,-17-58 0,-1 0 0,-2 0 0,0 0 0,-2 0 0,-1 0 0,-1 1 0,-5 31 0,2 27 0,4 3 0,0 6 0,-18 159 0,7-194 0,-3-1 0,-3 0 0,-29 72 0,19-66 0,-64 112 0,68-142 0,-1-1 0,-1-1 0,-3-1 0,-45 44 0,-145 145 0,13-12 0,154-162 0,-80 57 0,104-86 0,0-2 0,-2-1 0,0-1 0,0-1 0,-47 13 0,-282 66 0,269-76 0,0-3 0,-101 1 0,-169-27 0,44-1 0,286 14 0,-367-15 0,166-12 0,-366-93 0,349 54 0,-47-42 0,93 29 0,180 71 0,1-1 0,0 0 0,1-2 0,0 0 0,0-1 0,1-1 0,-18-18 0,-5-8 0,-51-65 0,71 75 0,0-1 0,3 0 0,0-2 0,-16-44 0,17 38 0,-1 1 0,-38-60 0,42 78 0,2-1 0,0 0 0,1 0 0,1-1 0,1-1 0,0 0 0,2 0 0,1 0 0,0 0 0,2-1 0,1 0 0,1 0 0,1-28 0,1 7 0,2 0 0,1 0 0,3 1 0,1 0 0,2 0 0,2 1 0,2 1 0,19-41 0,42-57 0,147-209 0,-117 193 0,-61 93 0,3 2 0,86-86 0,-122 134 0,-1 0 0,-1-1 0,15-27 0,19-25 0,64-87 0,-63 98 0,-12 15 0,0 1 0,3 2 0,64-53 0,-72 70-455,1 1 0,39-19 0,-51 29-6371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20:12.233"/>
    </inkml:context>
    <inkml:brush xml:id="br0">
      <inkml:brushProperty name="width" value="0.035" units="cm"/>
      <inkml:brushProperty name="height" value="0.035" units="cm"/>
    </inkml:brush>
  </inkml:definitions>
  <inkml:trace contextRef="#ctx0" brushRef="#br0">1 4995 24575,'32'-1'0,"53"-10"0,-52 5 0,51-1 0,100 9 0,-66 1 0,232-23 0,-315 15 0,-1-2 0,0-1 0,0-1 0,0-2 0,-1-2 0,-1-1 0,0-1 0,-1-2 0,-1-1 0,-1-1 0,0-2 0,-2-1 0,0 0 0,29-34 0,814-1086 0,-813 1054 0,-3-3 0,-5-2 0,58-153 0,-68 127 0,40-204 0,-55 204 0,75-218 0,-23 153 0,8 3 0,172-273 0,-182 353 0,5 4 0,159-153 0,-42 48 0,81-67 0,-233 229 0,2 1 0,80-52 0,-66 53 0,31-18 0,10 8 32,61-33-1429,-146 72-5429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20:13.035"/>
    </inkml:context>
    <inkml:brush xml:id="br0">
      <inkml:brushProperty name="width" value="0.035" units="cm"/>
      <inkml:brushProperty name="height" value="0.035" units="cm"/>
    </inkml:brush>
  </inkml:definitions>
  <inkml:trace contextRef="#ctx0" brushRef="#br0">435 61 24575,'-11'-1'0,"1"0"0,0-1 0,0 0 0,-13-4 0,-36-7 0,-20 11 0,49 3 0,0-2 0,1-2 0,-40-7 0,9-4-1365,45 8-5461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20:14.400"/>
    </inkml:context>
    <inkml:brush xml:id="br0">
      <inkml:brushProperty name="width" value="0.035" units="cm"/>
      <inkml:brushProperty name="height" value="0.035" units="cm"/>
    </inkml:brush>
  </inkml:definitions>
  <inkml:trace contextRef="#ctx0" brushRef="#br0">81 0 24575,'0'4'0,"-5"6"0,0 5 0,0 5 0,0 2 0,2 3 0,1 1 0,1-1 0,-3 1 0,-2 0 0,1 0 0,1-1 0,1 0 0,1 0 0,-3-4 0,-1-2 0,-4-3 0,1-6-8191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20:29.589"/>
    </inkml:context>
    <inkml:brush xml:id="br0">
      <inkml:brushProperty name="width" value="0.035" units="cm"/>
      <inkml:brushProperty name="height" value="0.035" units="cm"/>
    </inkml:brush>
  </inkml:definitions>
  <inkml:trace contextRef="#ctx0" brushRef="#br0">1 1 24575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22:24.046"/>
    </inkml:context>
    <inkml:brush xml:id="br0">
      <inkml:brushProperty name="width" value="0.25" units="cm"/>
      <inkml:brushProperty name="height" value="0.25" units="cm"/>
    </inkml:brush>
  </inkml:definitions>
  <inkml:trace contextRef="#ctx0" brushRef="#br0">1 27 24575,'727'0'0,"-708"-1"0,1-1 0,34-8 0,-33 5 0,0 2 0,25-2 0,12 5 0,0 2 0,0 2 0,-1 4 0,86 21 0,-111-23 0,0-1 0,44 1 0,22 2 0,-6 1 0,188-6 0,-139-5 0,-70 3 0,81-3 0,-131-2-1365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1:05.382"/>
    </inkml:context>
    <inkml:brush xml:id="br0">
      <inkml:brushProperty name="width" value="0.035" units="cm"/>
      <inkml:brushProperty name="height" value="0.035" units="cm"/>
    </inkml:brush>
  </inkml:definitions>
  <inkml:trace contextRef="#ctx0" brushRef="#br0">921 133 24575,'21'-2'0,"0"-1"0,0 0 0,0-2 0,0 0 0,35-15 0,-32 11 0,0 1 0,0 1 0,44-6 0,235 9 0,-152 7 0,-149-3 0,138-1 0,253 32 0,-96 5 0,-13-2 0,-215-23 0,-2 4 0,74 26 0,-129-36 0,0 0 0,-1 2 0,19 12 0,12 7 0,7-2 0,51 25 0,-3 4 0,115 82 0,-177-104 0,-1 1 0,-1 2 0,30 42 0,-50-60 0,5 4 0,-1 1 0,0 0 0,-2 2 0,-1-1 0,-1 2 0,-1 0 0,-1 0 0,-1 1 0,10 39 0,-14-43 0,0 1 0,2-1 0,1-1 0,15 29 0,-10-22 0,15 43 0,4 13 0,-22-59 0,-1 1 0,-2 1 0,8 34 0,-4 20 0,-4 1 0,-3 110 0,-5-137 0,-3-1 0,-2 0 0,-16 72 0,2-66 0,-2 0 0,-2-2 0,-3-1 0,-41 65 0,37-66 0,29-54 0,-14 29 0,-1 0 0,-2-1 0,-1 0 0,-1-2 0,-1 0 0,-33 30 0,27-35 0,0-2 0,-1-2 0,-1 0 0,-1-2 0,-1-1 0,-62 22 0,-205 40 0,267-70 0,-530 132 0,533-131 0,-147 43 0,-189 29 0,135-56 0,0-10 0,-243-17 0,401 0 0,0-4 0,0-2 0,-117-31 0,177 36 0,0-1 0,0 1 0,0-2 0,0 0 0,1 0 0,0 0 0,1-1 0,-1-1 0,1 0 0,0 0 0,1-1 0,0 0 0,1 0 0,-10-15 0,-5-13 0,2-2 0,-26-68 0,17 37 0,23 58 0,-170-361 0,154 326 0,2 0 0,-15-57 0,5 16 0,20 60 0,-27-69 0,5-2 0,-28-147 0,48 176 0,4 0 0,2-1 0,4 0 0,9-111 0,-7 181 0,5-47 0,2 1 0,2 0 0,2 0 0,23-62 0,-8 46 0,-3 0 0,-3-2 0,17-92 0,-36 147 0,59-305 0,-54 296 0,1 0 0,1 0 0,1 1 0,0 0 0,2 0 0,0 1 0,1 1 0,0 0 0,1 0 0,1 1 0,17-14 0,-25 24 0,1 1 0,0 0 0,0 0 0,0 0 0,0 1 0,0 0 0,1 0 0,-1 1 0,1 0 0,0 0 0,-1 1 0,12-1 0,14 1 0,56 4 0,-27 0 0,261-3-1365,-301 0-5461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1:06.531"/>
    </inkml:context>
    <inkml:brush xml:id="br0">
      <inkml:brushProperty name="width" value="0.035" units="cm"/>
      <inkml:brushProperty name="height" value="0.035" units="cm"/>
    </inkml:brush>
  </inkml:definitions>
  <inkml:trace contextRef="#ctx0" brushRef="#br0">4839 1 24575,'-15'1'0,"-1"1"0,0 1 0,1 0 0,-29 11 0,-17 3 0,-878 160 0,92-20 0,191 20 0,14 40 0,585-197 0,-316 115 0,-638 197 0,889-299-1365,98-27-5461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1:08"/>
    </inkml:context>
    <inkml:brush xml:id="br0">
      <inkml:brushProperty name="width" value="0.035" units="cm"/>
      <inkml:brushProperty name="height" value="0.035" units="cm"/>
    </inkml:brush>
  </inkml:definitions>
  <inkml:trace contextRef="#ctx0" brushRef="#br0">1 1 24575,'0'340'0,"38"-392"0,-32 44 9,1 1-1,1 0 1,-1 0-1,1 1 1,0 0 0,0 0-1,1 1 1,0 0-1,0 1 1,0 0-1,0 0 1,1 1-1,14-4 1,2 3-380,1 0-1,-1 1 1,51 3 0,-56 0-6455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1:11.814"/>
    </inkml:context>
    <inkml:brush xml:id="br0">
      <inkml:brushProperty name="width" value="0.035" units="cm"/>
      <inkml:brushProperty name="height" value="0.035" units="cm"/>
    </inkml:brush>
  </inkml:definitions>
  <inkml:trace contextRef="#ctx0" brushRef="#br0">1043 233 24575,'5'-1'0,"0"-1"0,0 1 0,0-1 0,0 0 0,-1 0 0,1-1 0,-1 1 0,8-6 0,6-3 0,2 1 0,1 2 0,0 0 0,0 2 0,1 0 0,37-4 0,115-5 0,-166 15 0,184-2 0,0 8 0,347 56 0,67 64 0,-577-118 0,63 17 0,106 44 0,-171-58 0,0 2 0,0 1 0,-2 2 0,0 0 0,0 1 0,-2 2 0,0 0 0,22 25 0,119 153 0,-135-161 0,-13-16 0,-1 0 0,-1 1 0,0 1 0,-2 0 0,0 1 0,-2 1 0,0-1 0,-2 1 0,-1 1 0,0 0 0,-2 0 0,-1 0 0,-1 0 0,-1 50 0,-3 23 0,-6 153 0,2-201 0,-2 0 0,-1-1 0,-17 50 0,6-38 0,-3-1 0,-3-1 0,-34 59 0,44-91 0,-1-1 0,-1-1 0,-2-1 0,0 0 0,-2-1 0,-1-2 0,0 0 0,-39 28 0,12-21 0,-1-3 0,-87 33 0,62-27 0,-40 10 0,-200 46 0,31-12 0,197-51 0,-1-3 0,0-5 0,-148 9 0,-274-22 0,264-6 0,192 5 0,25-1 0,0-1 0,-39-5 0,59 4 0,0-1 0,1 0 0,-1 0 0,0-1 0,1 0 0,0-1 0,0 0 0,0 0 0,0-1 0,0 0 0,-11-10 0,-26-25 0,-22-20 0,-107-123 0,66 42 0,59 71 0,-82-123 0,45 59 0,-44-74 0,98 156 0,21 36 0,1 0 0,0-1 0,1 0 0,1-1 0,1 1 0,0-2 0,-4-21 0,6 12 0,-4-15 0,3-1 0,-2-51 0,8 80 0,1 0 0,0 0 0,1 0 0,1 1 0,0-1 0,1 1 0,1-1 0,0 1 0,0 0 0,11-17 0,6-5 0,2 1 0,2 0 0,57-59 0,-26 40 0,78-57 0,-78 71 0,93-48 0,24-14 0,-64 12 0,-10 10 0,-73 56 0,0 0 0,-2-2 0,-1-1 0,-1 0 0,24-38 0,-15 20 0,41-42 0,-61 73-1365,-2 2-5461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1:13.813"/>
    </inkml:context>
    <inkml:brush xml:id="br0">
      <inkml:brushProperty name="width" value="0.035" units="cm"/>
      <inkml:brushProperty name="height" value="0.035" units="cm"/>
    </inkml:brush>
  </inkml:definitions>
  <inkml:trace contextRef="#ctx0" brushRef="#br0">1230 8494 24575,'3'-2'0,"0"0"0,1 0 0,-1 0 0,0 0 0,-1 0 0,1-1 0,0 1 0,-1-1 0,1 0 0,-1 1 0,0-1 0,0 0 0,0 0 0,0-1 0,1-3 0,5-5 0,404-612 0,-43-32 0,-252 419 0,312-679 0,-343 704 0,-9-4 0,68-314 0,-102 307 0,23-352 0,-61 442 0,-6 1 0,-6-1 0,-5 1 0,-32-140 0,-39-55 0,-175-446 0,195 617 0,-6 3 0,-7 4 0,-140-208 0,148 262 0,-4 3 0,-3 4 0,-5 3 0,-3 4 0,-176-133 0,-23 18 0,-9 13 0,-536-249 0,691 375-1365,110 49-5461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1:15.599"/>
    </inkml:context>
    <inkml:brush xml:id="br0">
      <inkml:brushProperty name="width" value="0.035" units="cm"/>
      <inkml:brushProperty name="height" value="0.035" units="cm"/>
    </inkml:brush>
  </inkml:definitions>
  <inkml:trace contextRef="#ctx0" brushRef="#br0">1 152 24575,'2'11'0,"1"0"0,0-1 0,0 1 0,1-1 0,1 1 0,0-1 0,0-1 0,1 1 0,0-1 0,9 10 0,13 24 0,110 233 0,-185-349 0,32 53 0,1-1 0,1-1 0,1 0 0,0 0 0,2-1 0,1-1 0,-7-26 0,7 13 0,5 24 0,1-2 0,0 1 0,1 0 0,-1-27 0,3 37 0,1 0 0,-1 0 0,1-1 0,0 1 0,0 0 0,1 0 0,-1 0 0,1 0 0,0 0 0,0 0 0,0 1 0,0-1 0,1 1 0,-1-1 0,1 1 0,0 0 0,0 0 0,0 0 0,0 0 0,7-3 0,6-4 0,0 1 0,1 2 0,-1-1 0,1 2 0,26-7 0,95-14 0,-80 17 0,-28 5-455,1 2 0,39 1 0,-49 2-6371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5:52.524"/>
    </inkml:context>
    <inkml:brush xml:id="br0">
      <inkml:brushProperty name="width" value="0.035" units="cm"/>
      <inkml:brushProperty name="height" value="0.035" units="cm"/>
    </inkml:brush>
  </inkml:definitions>
  <inkml:trace contextRef="#ctx0" brushRef="#br0">1 2777 24575,'2'-4'0,"1"0"0,-1 1 0,1 0 0,0 0 0,0 0 0,0 0 0,0 0 0,0 0 0,1 1 0,-1 0 0,6-3 0,7-6 0,30-35 0,-1-2 0,-2-2 0,-3-2 0,42-70 0,-41 60 0,12-12 0,-28 43 0,-3-2 0,0 0 0,24-55 0,-30 48 0,-2-1 0,-2 0 0,-1-1 0,-2 0 0,-2-1 0,-2 1 0,-1-84 0,-5 82 0,2-53 0,-5 1 0,-27-165 0,23 208 0,2 0 0,3 0 0,4-61 0,0 67 0,-1 0 0,-2 0 0,-2 1 0,-16-73 0,12 91 0,-1-8 0,-2 0 0,-1 1 0,-23-44 0,15 41 0,-16-32 0,-70-98 0,87 131 0,16 31 0,1 1 0,-1-1 0,0 0 0,0 1 0,-1 0 0,0 0 0,0 0 0,-6-7 0,9 12 0,1 1 0,-1-1 0,1 1 0,0-1 0,-1 1 0,1-1 0,0 1 0,-1-1 0,1 1 0,0-1 0,0 1 0,0 0 0,-1-1 0,1 1 0,0-1 0,0 1 0,0 0 0,0-1 0,0 1 0,0-1 0,0 1 0,0 0 0,0-1 0,0 1 0,1-1 0,-1 1 0,0 0 0,1 0 0,2 23 0,5 35 0,1 81 0,-10-188 0,2-120 0,-1 166 0,0 1 0,0-1 0,0 1 0,0 0 0,0-1 0,0 1 0,0 0 0,1-1 0,-1 1 0,0 0 0,1 0 0,-1-1 0,1 1 0,0 0 0,-1 0 0,1 0 0,0-1 0,0 1 0,0 0 0,-1 0 0,1 0 0,0 0 0,0 1 0,1-1 0,-1 0 0,0 0 0,0 1 0,0-1 0,0 0 0,1 1 0,-1-1 0,0 1 0,1 0 0,-1-1 0,0 1 0,1 0 0,-1 0 0,0 0 0,1 0 0,-1 0 0,0 0 0,1 0 0,-1 0 0,2 1 0,8 3 0,0-1 0,-1 2 0,0-1 0,18 12 0,16 6 0,-44-22-3,6 1-102,0 0 0,0 1 0,-1 0 1,1 0-1,-1 0 0,1 0 0,-1 1 1,0 0-1,0 0 0,0 1 0,0-1 1,5 7-1,2 5-6721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6:04.539"/>
    </inkml:context>
    <inkml:brush xml:id="br0">
      <inkml:brushProperty name="width" value="0.035" units="cm"/>
      <inkml:brushProperty name="height" value="0.035" units="cm"/>
    </inkml:brush>
  </inkml:definitions>
  <inkml:trace contextRef="#ctx0" brushRef="#br0">0 0 24575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8:37.494"/>
    </inkml:context>
    <inkml:brush xml:id="br0">
      <inkml:brushProperty name="width" value="0.035" units="cm"/>
      <inkml:brushProperty name="height" value="0.035" units="cm"/>
    </inkml:brush>
  </inkml:definitions>
  <inkml:trace contextRef="#ctx0" brushRef="#br0">2174 302 24575,'177'13'0,"5"0"0,-110-13 0,79 1 0,257-32 0,229-67 0,260 20 0,-348 42 0,-362 8 0,-120 15 0,120-6 0,-157 19 0,272-13 0,319 0 0,-385 16 0,-119-3 0,329 5 0,-5 39 0,-295-21 0,1-7 0,186-2 0,-268-14 0,0 3 0,99 16 0,-137-14 0,-1 0 0,0 2 0,0 2 0,-1 0 0,0 1 0,0 2 0,-2 0 0,43 30 0,-58-35 0,0 1 0,0 1 0,-1-1 0,0 1 0,0 0 0,-1 1 0,-1 0 0,1 0 0,6 19 0,4 15 0,10 49 0,-7-20 0,8-1 0,-19-55 0,-1 1 0,-1 0 0,-1 0 0,0 0 0,-1 0 0,1 22 0,-7 183 0,1-215 0,-1 0 0,0 1 0,0-1 0,-1 0 0,0 0 0,0 0 0,-1-1 0,0 1 0,0-1 0,-1 0 0,0 0 0,0 0 0,-1-1 0,0 1 0,0-2 0,0 1 0,-1-1 0,0 1 0,0-2 0,-10 6 0,-6 3 0,-1-2 0,0-1 0,-1 0 0,0-2 0,-36 7 0,-268 39 0,183-34 0,32-3 0,-131 2 0,228-19 0,-342 13 0,-266 0 0,382-16 0,-2109 3 0,2325-1 0,1-2 0,-28-6 0,26 4 0,-51-2 0,-39 9 0,-88-4 0,123-10 0,53 6 0,-56-2 0,-960 9 0,1028 0 0,-1 1 0,-33 8 0,32-5 0,0-2 0,-25 2 0,-651-3 0,339-4 0,325 1 0,0 2 0,-1 1 0,-48 10 0,53-6 0,-1-2 0,1-1 0,-1-1 0,-28-2 0,-117-15 0,-6 0 0,7 2 0,-14 0 0,135 12 0,0-2 0,1-3 0,-75-17 0,89 16 0,21 4 0,0-1 0,0 0 0,0-1 0,-19-8 0,31 11 0,0 0 0,0 0 0,1-1 0,-1 1 0,1-1 0,-1 0 0,1 0 0,0 0 0,0 0 0,1 0 0,-1-1 0,1 0 0,-1 1 0,1-1 0,0 0 0,1 0 0,-1 0 0,1 0 0,-1 0 0,1 0 0,0-6 0,-2-8 0,1-1 0,2 0 0,0 0 0,1 0 0,0 1 0,2-1 0,0 0 0,1 1 0,1 0 0,1 0 0,0 0 0,1 1 0,1 0 0,1 0 0,1 1 0,18-26 0,-14 26 0,-1 0 0,2 1 0,0 0 0,1 2 0,0 0 0,1 0 0,1 2 0,-1 0 0,2 1 0,0 1 0,0 0 0,0 2 0,1 0 0,35-6 0,67-19 0,122-26 0,-188 48 0,0 2 0,85 0 0,62 10 0,257-3 0,-271-24 0,-136 15 0,1 2 0,66 0 0,-92 9 0,0-1 0,0-1 0,0-2 0,-1 0 0,1-2 0,26-9 0,16-5-1365,-49 16-5461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8:40.077"/>
    </inkml:context>
    <inkml:brush xml:id="br0">
      <inkml:brushProperty name="width" value="0.035" units="cm"/>
      <inkml:brushProperty name="height" value="0.035" units="cm"/>
    </inkml:brush>
  </inkml:definitions>
  <inkml:trace contextRef="#ctx0" brushRef="#br0">0 0 24575,'4'2'0,"-1"0"0,0 0 0,-1 0 0,1 1 0,0-1 0,-1 1 0,1-1 0,-1 1 0,0 0 0,0 0 0,0 0 0,3 5 0,3 5 0,17 16 0,1-1 0,0-2 0,2 0 0,2-2 0,0-1 0,44 26 0,209 98 0,-272-141 0,221 81 0,-38-18 0,-169-56 0,-1 1 0,0 1 0,36 29 0,17 11 0,2-5 0,133 87 0,-168-104 0,-1 1 0,60 61 0,-65-60 0,1-2 0,2-1 0,84 48 0,-99-63 0,16 6 0,67 27 0,-73-35 0,1 2 0,-2 1 0,34 23 0,-50-25-1365,-4-2-5461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8:41.926"/>
    </inkml:context>
    <inkml:brush xml:id="br0">
      <inkml:brushProperty name="width" value="0.035" units="cm"/>
      <inkml:brushProperty name="height" value="0.035" units="cm"/>
    </inkml:brush>
  </inkml:definitions>
  <inkml:trace contextRef="#ctx0" brushRef="#br0">245 0 24575,'0'44'0,"-2"-23"0,2 0 0,1 1 0,1-1 0,7 39 0,-8-58 0,0 0 0,-1-1 0,1 1 0,-1 0 0,1 0 0,-1-1 0,0 1 0,0 0 0,1 0 0,-1 0 0,-1 0 0,1-1 0,0 1 0,0 0 0,-1 0 0,1 0 0,-1-1 0,1 1 0,-1 0 0,0-1 0,0 1 0,0 0 0,0-1 0,0 1 0,0-1 0,0 0 0,0 1 0,0-1 0,-3 2 0,-2 0 0,0 0 0,0-1 0,0 0 0,0 0 0,-1-1 0,1 1 0,-8-1 0,-13 4 0,-4 0-455,0-1 0,-42 0 0,50-4-6371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8:45.359"/>
    </inkml:context>
    <inkml:brush xml:id="br0">
      <inkml:brushProperty name="width" value="0.035" units="cm"/>
      <inkml:brushProperty name="height" value="0.035" units="cm"/>
    </inkml:brush>
  </inkml:definitions>
  <inkml:trace contextRef="#ctx0" brushRef="#br0">705 32 24575,'675'-12'0,"-57"-1"0,1187 14 0,-1778 0 0,0 1 0,0 1 0,0 1 0,0 2 0,-1 0 0,0 2 0,31 13 0,59 21 0,-53-21 0,80 40 0,-82-25 0,-1 4 0,-2 2 0,-3 2 0,60 60 0,-53-47 0,-16-13 0,-1 2 0,-3 1 0,-2 3 0,41 65 0,-60-83 0,1 1 0,0 1 0,-3 0 0,16 40 0,-29-52 0,-2 0 0,-1-1 0,-1 2 0,0-1 0,-2 0 0,0 0 0,-2 0 0,-8 42 0,2-31 0,-2 0 0,-1 0 0,-2-1 0,-1 0 0,-2-1 0,0-1 0,-3-1 0,-22 30 0,-31 30 0,-88 85 0,154-169 0,-91 93 0,-5-4 0,-199 140 0,272-216 0,-1-2 0,0 0 0,-2-2 0,1-2 0,-2 0 0,1-3 0,-59 11 0,-13-7 0,-123 0 0,78-7 0,-118 7 0,-1-11 0,1-12 0,-300-50 0,449 44 0,-130 0 0,-119 16 0,-29 0 0,323-6 0,1-2 0,1-4 0,0-2 0,-127-45 0,172 49 0,1-1 0,1-2 0,0-1 0,0 0 0,2-2 0,-1 0 0,2-2 0,-22-22 0,11 6 0,2-1 0,1-2 0,2 0 0,-23-43 0,38 55 0,1-1 0,2 1 0,0-2 0,-6-37 0,-4-6 0,10 25 0,2-1 0,2 0 0,2 1 0,1-1 0,7-59 0,-2-4 0,-3 78 0,2 0 0,9-55 0,-8 72 0,0 0 0,1 1 0,1 0 0,1 0 0,0 0 0,0 1 0,1 0 0,14-19 0,10-11 0,-2-1 0,-3-2 0,-1-1 0,28-70 0,-31 73 0,1 0 0,2 2 0,2 2 0,2 0 0,39-41 0,15-19 0,-63 75-151,1 1-1,1 1 0,1 1 0,1 1 1,1 1-1,1 1 0,0 2 1,44-21-1,-49 26-6674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8:46.811"/>
    </inkml:context>
    <inkml:brush xml:id="br0">
      <inkml:brushProperty name="width" value="0.035" units="cm"/>
      <inkml:brushProperty name="height" value="0.035" units="cm"/>
    </inkml:brush>
  </inkml:definitions>
  <inkml:trace contextRef="#ctx0" brushRef="#br0">0 1 24575,'3'1'0,"1"0"0,-1 0 0,0 0 0,0 1 0,0-1 0,0 1 0,0 0 0,0 0 0,0 0 0,4 5 0,8 4 0,51 26 0,2-3 0,1-4 0,81 25 0,-93-34 0,915 265 0,-874-265 0,1-5 0,1-5 0,0-4 0,139-7 0,147 6 0,137-6 0,-434-6 0,117-23 0,-177 22 0,0 0 0,0-2 0,-1-1 0,0-2 0,-1 0 0,0-2 0,46-31 0,-29 12-1365,-24 20-5461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48:48.596"/>
    </inkml:context>
    <inkml:brush xml:id="br0">
      <inkml:brushProperty name="width" value="0.035" units="cm"/>
      <inkml:brushProperty name="height" value="0.035" units="cm"/>
    </inkml:brush>
  </inkml:definitions>
  <inkml:trace contextRef="#ctx0" brushRef="#br0">321 90 24575,'-6'-4'0,"0"0"0,-1 1 0,1 0 0,-1 0 0,0 1 0,0 0 0,0 0 0,-9-2 0,-6-1 0,-69-13 0,72 16 0,0-2 0,0 0 0,0 0 0,0-2 0,-19-8 0,33 9 0,23 8 0,28 12 0,29 24 0,-51-25 0,1-1 0,38 14 0,-60-25 0,0-1 0,0 1 0,0-1 0,0 1 0,-1 0 0,1 0 0,0 0 0,-1 1 0,0-1 0,0 0 0,1 1 0,-1 0 0,-1-1 0,1 1 0,0 0 0,-1 0 0,1 0 0,-1 0 0,0 0 0,0 0 0,0 1 0,-1-1 0,1 0 0,0 5 0,0 11 0,0 0 0,-1 1 0,-3 22 0,1-8 0,1-10 0,-1 0 0,-1-1 0,-1 0 0,-1 0 0,-13 38 0,5-15-1365,10-25-5461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52:52.633"/>
    </inkml:context>
    <inkml:brush xml:id="br0">
      <inkml:brushProperty name="width" value="0.035" units="cm"/>
      <inkml:brushProperty name="height" value="0.035" units="cm"/>
    </inkml:brush>
  </inkml:definitions>
  <inkml:trace contextRef="#ctx0" brushRef="#br0">701 227 24575,'349'-15'0,"352"2"0,-432 16 0,-32-1 0,328-8 0,-166-37 0,13-1 0,-182 33 0,176-13 0,-84-1 0,59-6 0,402 11 0,-497 23 0,2674-3 0,-2886 3 0,-1 3 0,-1 3 0,97 24 0,208 77 0,-263-74 0,305 94 0,-188-69 0,-124-36 0,108 42 0,25 19 0,74 29 0,-306-112 0,-1 1 0,0-1 0,0 1 0,0 1 0,-1-1 0,0 1 0,1 1 0,-2-1 0,1 1 0,-1 0 0,0 0 0,0 0 0,0 1 0,-1 0 0,0-1 0,0 2 0,-1-1 0,3 9 0,0 6 0,-1 0 0,-1 0 0,0 0 0,-2 0 0,-1 30 0,0-16 0,1-5 0,-2-1 0,-1 1 0,-9 52 0,8-74 0,-1 0 0,0 0 0,0 0 0,0 0 0,-1-1 0,-1 1 0,1-1 0,-1 0 0,-1 0 0,0-1 0,0 0 0,0 0 0,-1 0 0,0-1 0,0 0 0,-12 8 0,-22 10 0,0-2 0,-1-1 0,-2-3 0,-65 20 0,-190 32 0,31-8 0,209-46 0,-3 1 0,-68 28 0,-24 28 0,87-39 0,-110 38 0,83-45 0,-167 25 0,-102-12 0,234-27 0,-138 5 0,-45 6 0,9 14 0,-598 47 0,674-82 0,-218 9 0,-400 0 0,521-14 0,180 2 0,-256-4 0,268-3 0,-135-25 0,-345-50 0,481 71 0,-903-92 0,865 77 0,14 1 0,-1 7 0,-172 1 0,256 19 0,0-4 0,0-2 0,-72-15 0,47 6 0,0 4 0,-172 7 0,-9-1 0,238 0 0,0-3 0,0-1 0,-50-17 0,-114-47 0,134 44 0,50 19 0,1-1 0,-1-1 0,2 0 0,-1-2 0,2 0 0,-1-1 0,2-1 0,0-1 0,1 0 0,0-1 0,1 0 0,1-1 0,0-1 0,2 0 0,0-1 0,1 0 0,0 0 0,-9-31 0,-2-11 0,13 41 0,1 0 0,1-1 0,1 1 0,1-1 0,-4-41 0,8 35 0,0 1 0,2 0 0,1 0 0,1 0 0,1 0 0,2 1 0,0 0 0,13-29 0,20-45 0,-33 75 0,2 0 0,1 0 0,1 1 0,1 1 0,0 0 0,2 1 0,26-32 0,-24 36 0,19-21 0,3 1 0,45-35 0,-31 31 0,-27 21 0,0 1 0,31-18 0,13-8 0,-45 28 0,41-23 0,-49 33-170,0 0-1,1 1 0,-1 1 1,1 1-1,0 0 0,0 1 1,20-1-1,-19 3-6655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53:09.869"/>
    </inkml:context>
    <inkml:brush xml:id="br0">
      <inkml:brushProperty name="width" value="0.035" units="cm"/>
      <inkml:brushProperty name="height" value="0.035" units="cm"/>
    </inkml:brush>
  </inkml:definitions>
  <inkml:trace contextRef="#ctx0" brushRef="#br0">495 213 24575,'0'-2'0,"1"0"0,0 0 0,0 0 0,0 1 0,0-1 0,0 0 0,0 0 0,0 1 0,0-1 0,1 1 0,-1-1 0,1 1 0,-1-1 0,1 1 0,-1 0 0,1 0 0,2-1 0,35-21 0,-33 20 0,14-7 0,1 1 0,0 1 0,1 0 0,0 2 0,25-4 0,123-11 0,-87 13 0,1020-64-539,9 67 81,-825 6 603,201 0-155,445 2-13,314 62 132,-325-8-39,897-23-70,-1798-34 70,-1 0 1,0 2 0,1 0-1,-1 1 1,0 1 0,-1 1-1,1 1 1,-1 1 0,29 13-1,300 124-70,13-30 0,124 46 0,-483-159 0,18 6 0,0 2 0,27 15 0,-41-20 0,0 0 0,1 1 0,-2 0 0,1 1 0,-1-1 0,1 1 0,-1 0 0,-1 0 0,0 0 0,5 9 0,10 21 0,2-2 0,1 0 0,1-1 0,43 45 0,-39-51 0,-2 1 0,0 1 0,-2 1 0,26 44 0,-44-64 0,0 0 0,0 0 0,-1 1 0,0 0 0,-1-1 0,0 1 0,-1 1 0,0-1 0,-1 0 0,0 0 0,-1 1 0,0-1 0,-1 0 0,0 1 0,0-1 0,-1 0 0,-1 0 0,0 0 0,-5 12 0,0-9 0,1 0 0,-2-1 0,0 0 0,0 0 0,-1-1 0,-1 0 0,0-1 0,-1 0 0,0-1 0,0 0 0,-1-1 0,-1 0 0,-14 7 0,-22 9 0,0-2 0,-75 23 0,25-16 0,-179 29 0,-110-12 0,-26-16 0,-117 13 0,463-36 0,-310 40 0,262-35 0,-139-2 0,-68 5 0,-586 49 0,-491-130 0,488-4 0,-318 15 0,151-55 0,207-56 0,478 82 0,-33 21 0,427 62 0,-10-1 0,-15-1 0,1-2 0,0-1 0,-28-8 0,47 11 0,0 0 0,0-1 0,0 1 0,1-1 0,-1-1 0,1 1 0,0-1 0,0 1 0,0-2 0,0 1 0,0 0 0,1-1 0,0 0 0,0 0 0,0 0 0,1-1 0,-5-9 0,0-7 0,1-1 0,1-1 0,2 1 0,-5-48 0,-2-17 0,4 32 0,3-1 0,4-95 0,1 63 0,0 77 0,0 0 0,1 1 0,0-1 0,1 0 0,0 1 0,1 0 0,0-1 0,1 1 0,0 1 0,1-1 0,0 1 0,1 0 0,9-11 0,14-13 0,1 0 0,40-32 0,-25 24 0,-38 35-195,0 1 0,1-1 0,-1 2 0,1-1 0,0 1 0,18-6 0,-10 5-6631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53:13.318"/>
    </inkml:context>
    <inkml:brush xml:id="br0">
      <inkml:brushProperty name="width" value="0.035" units="cm"/>
      <inkml:brushProperty name="height" value="0.035" units="cm"/>
    </inkml:brush>
  </inkml:definitions>
  <inkml:trace contextRef="#ctx0" brushRef="#br0">5946 339 24575,'-8'0'0,"0"-1"0,0 0 0,1-1 0,-1 0 0,-8-3 0,-34-7 0,-279 6 0,55 4 0,-856-103 0,952 84 0,-183-20 0,-484-51 0,-2 44 0,-74 48 0,387 3 0,250 12 12,166-6-1389,99-7-5449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53:14.800"/>
    </inkml:context>
    <inkml:brush xml:id="br0">
      <inkml:brushProperty name="width" value="0.035" units="cm"/>
      <inkml:brushProperty name="height" value="0.035" units="cm"/>
    </inkml:brush>
  </inkml:definitions>
  <inkml:trace contextRef="#ctx0" brushRef="#br0">113 0 24575,'-1'10'0,"-1"0"0,-1 0 0,1 0 0,-1-1 0,-1 1 0,0-1 0,0 0 0,-1 0 0,0 0 0,-1-1 0,1 0 0,-12 12 0,7-7 0,1 0 0,0 0 0,-11 24 0,19-35 0,1 0 0,-1 0 0,1 0 0,-1-1 0,1 1 0,0 0 0,0 0 0,-1 0 0,1 0 0,1 0 0,-1-1 0,0 1 0,0 0 0,1 0 0,-1 0 0,1 0 0,-1-1 0,1 1 0,0 0 0,0-1 0,0 1 0,0 0 0,0-1 0,0 1 0,0-1 0,1 1 0,-1-1 0,0 0 0,1 0 0,-1 0 0,1 0 0,-1 0 0,1 0 0,0 0 0,-1 0 0,1 0 0,0-1 0,0 1 0,0-1 0,1 1 0,14 4 0,0-1 0,0 0 0,28 2 0,-14-3 0,257 47 0,-222-34-1365,-49-11-5461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53:16.184"/>
    </inkml:context>
    <inkml:brush xml:id="br0">
      <inkml:brushProperty name="width" value="0.035" units="cm"/>
      <inkml:brushProperty name="height" value="0.035" units="cm"/>
    </inkml:brush>
  </inkml:definitions>
  <inkml:trace contextRef="#ctx0" brushRef="#br0">4818 80 24575,'-51'-2'0,"-91"-17"0,15 1 0,-543-19-331,-4 34-147,421 3 419,-2556 2 927,2738 2-2233,51 2-5461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8:53:17.717"/>
    </inkml:context>
    <inkml:brush xml:id="br0">
      <inkml:brushProperty name="width" value="0.035" units="cm"/>
      <inkml:brushProperty name="height" value="0.035" units="cm"/>
    </inkml:brush>
  </inkml:definitions>
  <inkml:trace contextRef="#ctx0" brushRef="#br0">204 1 24575,'-59'63'0,"25"-24"0,-76 64 0,110-102 0,0-1 0,0 1 0,0-1 0,0 0 0,1 1 0,-1-1 0,0 1 0,0-1 0,0 1 0,1-1 0,-1 0 0,0 1 0,0-1 0,1 0 0,-1 1 0,0-1 0,1 0 0,-1 1 0,0-1 0,1 0 0,-1 0 0,1 0 0,-1 1 0,0-1 0,1 0 0,-1 0 0,1 0 0,-1 0 0,1 0 0,-1 0 0,0 1 0,1-1 0,-1 0 0,2-1 0,19 8 0,31 4 0,91 23 0,-124-28 0,-1 0 0,0 2 0,0 0 0,-1 2 0,26 16 0,-26-13-1365,-2-3-5461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0:17.627"/>
    </inkml:context>
    <inkml:brush xml:id="br0">
      <inkml:brushProperty name="width" value="0.035" units="cm"/>
      <inkml:brushProperty name="height" value="0.035" units="cm"/>
    </inkml:brush>
  </inkml:definitions>
  <inkml:trace contextRef="#ctx0" brushRef="#br0">654 209 24575,'14'-2'0,"1"0"0,-1-1 0,1-1 0,-1 0 0,0-1 0,-1 0 0,1-1 0,18-12 0,52-20 0,-10 16 0,0 3 0,101-13 0,184-1 0,415 17 0,-71 65 0,-131-4 0,1950-11 0,-1147-30 0,-609 45 0,-4 54 0,280 32 0,-984-128 0,103 25 0,-143-27 0,0 1 0,0 1 0,-1 0 0,0 1 0,0 1 0,-1 1 0,0 0 0,0 1 0,21 21 0,-28-22 0,0 1 0,-1 0 0,-1 0 0,0 1 0,0 0 0,-1 1 0,-1-1 0,0 1 0,0 0 0,4 25 0,-3-4 0,-1 1 0,-2 0 0,-1 36 0,-2-57 0,-1 0 0,0-1 0,0 1 0,-2 0 0,1-1 0,-2 1 0,0-1 0,0 0 0,-2 0 0,1-1 0,-1 1 0,-1-1 0,-1 0 0,-8 11 0,-19 22 0,-1-2 0,-2-1 0,-50 43 0,-144 92 0,130-105 0,30-19 0,-3-3 0,-119 59 0,121-81 0,-1-5 0,-1-2 0,-120 17 0,126-26 0,-417 59 0,-163 33 0,291-29 0,194-42 0,-398 52 0,54-10 0,340-43 0,-595 102 0,515-102 0,-276 1 0,-505-38 0,861 2 0,-173-26 0,225 12 0,-95-11 0,-182-31 0,122 14 0,86 12 0,-283-88 0,418 105 0,0-3 0,1-2 0,-72-42 0,45 15 0,-89-74 0,74 57 0,-3 4 0,-159-77 0,103 59 0,121 62 0,0-2 0,2 0 0,0-2 0,1-1 0,1-1 0,2-2 0,0 0 0,2-1 0,-34-54 0,26 26 0,2-1 0,-27-80 0,34 82 0,12 27 0,1 0 0,2 0 0,0 0 0,2-1 0,1 0 0,1 1 0,2-1 0,4-38 0,-3 58 0,-1-1 0,1 1 0,0 0 0,0-1 0,1 1 0,0 0 0,1 0 0,-1 1 0,1-1 0,8-9 0,6-5 0,32-31 0,-2 3 0,77-75 0,-115 116 0,1-1 0,1 2 0,-1-1 0,1 2 0,0-1 0,1 2 0,12-5 0,95-22 0,-27 10 0,67-19 0,17-5 0,-172 43-114,0 1 1,1-1-1,-1 0 0,-1 0 0,1 0 1,0-1-1,-1 1 0,0-1 0,1 0 1,-2-1-1,7-7 0,8-11-6712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0:19.377"/>
    </inkml:context>
    <inkml:brush xml:id="br0">
      <inkml:brushProperty name="width" value="0.035" units="cm"/>
      <inkml:brushProperty name="height" value="0.035" units="cm"/>
    </inkml:brush>
  </inkml:definitions>
  <inkml:trace contextRef="#ctx0" brushRef="#br0">3704 1 24575,'-1'1'0,"1"0"0,-1 0 0,1 0 0,-1 0 0,0 0 0,1 0 0,-1 0 0,0 0 0,0 0 0,0 0 0,1 0 0,-1 0 0,0-1 0,0 1 0,0 0 0,-1-1 0,1 1 0,0 0 0,0-1 0,0 0 0,-2 1 0,-36 12 0,24-8 0,-110 56 0,27-11 0,-839 289 0,534-232 0,17-6 0,-167 85 0,23-6 0,460-158 0,0-4 0,-1-2 0,-95 9 0,129-22-341,1 1 0,0 2-1,-52 15 1,66-14-6485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0:20.694"/>
    </inkml:context>
    <inkml:brush xml:id="br0">
      <inkml:brushProperty name="width" value="0.035" units="cm"/>
      <inkml:brushProperty name="height" value="0.035" units="cm"/>
    </inkml:brush>
  </inkml:definitions>
  <inkml:trace contextRef="#ctx0" brushRef="#br0">3 0 24575,'-2'128'0,"5"136"0,-2-260 0,-1-1 0,1 0 0,0 0 0,0 0 0,0 1 0,1-1 0,-1 0 0,1-1 0,-1 1 0,1 0 0,0 0 0,0-1 0,1 1 0,-1-1 0,0 1 0,1-1 0,-1 0 0,4 2 0,8 4 0,-1 0 0,27 10 0,0 2 0,339 179 0,-363-190 0,-13-7-105,1 0 0,0-1 0,0 1 0,0-1 0,0 0 0,0 1 0,0-2 0,0 1 0,0 0 0,0-1 0,0 0 0,6 0 0,4-4-6721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2:53.464"/>
    </inkml:context>
    <inkml:brush xml:id="br0">
      <inkml:brushProperty name="width" value="0.035" units="cm"/>
      <inkml:brushProperty name="height" value="0.035" units="cm"/>
    </inkml:brush>
  </inkml:definitions>
  <inkml:trace contextRef="#ctx0" brushRef="#br0">4271 1 24575,'-104'5'0,"-130"22"0,-3 2 0,-1013-9 0,778-24 0,137 26 0,179-7 0,-151 17 0,-71 5 0,239-27 0,-140 5 0,199-17 0,40 0 0,0 1 0,0 3 0,-77 11 0,113-12 0,1-1 0,-1 1 0,1 0 0,0 0 0,0 0 0,-1 1 0,1-1 0,0 1 0,0 0 0,0 0 0,1 0 0,-1 0 0,0 0 0,1 0 0,-1 1 0,1 0 0,0-1 0,-2 4 0,3-3 0,0 0 0,0 0 0,0 0 0,0 0 0,1 0 0,-1 0 0,1 0 0,0 0 0,0 0 0,0 0 0,1 0 0,-1 0 0,1 0 0,-1 0 0,1 0 0,2 4 0,4 9 0,1-1 0,0 0 0,1 0 0,1-1 0,19 21 0,9 8 0,2-2 0,2-1 0,2-2 0,1-2 0,52 30 0,-29-25 0,1-3 0,3-3 0,84 29 0,-95-45 0,2-2 0,76 11 0,134 5 0,-201-25 0,1338 57 0,3-102 0,-744 30 0,-180 4 0,-453 2 0,25 1 0,-1-2 0,118-22 0,-175 23 0,0 0 0,0 1 0,0-1 0,0-1 0,0 1 0,0 0 0,0-1 0,0 0 0,0 1 0,-1-1 0,1 0 0,-1 0 0,0-1 0,1 1 0,-1 0 0,0-1 0,0 1 0,0-1 0,-1 0 0,4-5 0,-4 2 0,1 1 0,-1 0 0,0-1 0,-1 1 0,1-1 0,-1 0 0,0 1 0,0-1 0,-1 1 0,0-1 0,-1-6 0,-4-8 0,0 1 0,-1 0 0,-2 0 0,1 0 0,-19-27 0,-176-251 0,156 236 0,-2 2 0,-96-87 0,134 135 0,-1 1 0,0 0 0,0 0 0,-1 1 0,-1 1 0,1 0 0,-1 1 0,-1 0 0,1 1 0,-1 1 0,0 0 0,0 1 0,-27-3 0,-355 2 0,219 8 0,-372 17 0,530-18-120,-13 0-502,-49 11-1,60-8-6203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2:55.280"/>
    </inkml:context>
    <inkml:brush xml:id="br0">
      <inkml:brushProperty name="width" value="0.035" units="cm"/>
      <inkml:brushProperty name="height" value="0.035" units="cm"/>
    </inkml:brush>
  </inkml:definitions>
  <inkml:trace contextRef="#ctx0" brushRef="#br0">3498 0 24575,'-1'10'0,"0"-1"0,0 1 0,-1-1 0,0 0 0,-1 0 0,0 0 0,-1 0 0,1 0 0,-2-1 0,1 1 0,-8 9 0,-11 13 0,-40 42 0,28-34 0,30-33 0,-37 42 0,-71 108 0,102-138 0,0 1 0,2 1 0,1 0 0,0 0 0,1 1 0,1-1 0,2 1 0,0 1 0,-3 40 0,7 12 0,0-22 0,-8 57 0,-31 97 0,22-133 0,3 1 0,-3 75 0,16 330 0,-4 84 0,-5-470 0,-4 0 0,-47 164 0,-86 175 0,79-242 0,-126 297 0,12-32 0,105-249 0,-10-3 0,-8-4 0,-9-4 0,-227 318 0,285-453 0,-2-2 0,-3-3 0,-2-2 0,-3-2 0,-94 67 0,94-82 0,-2-2 0,0-2 0,-2-3 0,-2-3 0,0-2 0,-97 23 0,-22 6 0,-41 10 0,90-27 99,88-22-831,-66 13 0,88-24-6094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2:56.950"/>
    </inkml:context>
    <inkml:brush xml:id="br0">
      <inkml:brushProperty name="width" value="0.035" units="cm"/>
      <inkml:brushProperty name="height" value="0.035" units="cm"/>
    </inkml:brush>
  </inkml:definitions>
  <inkml:trace contextRef="#ctx0" brushRef="#br0">72 0 24575,'-1'36'0,"-8"60"0,7-82 0,-1 0 0,-1 1 0,0-1 0,-1 0 0,0-1 0,-14 26 0,10-27 0,-1 5 0,10-16 0,1-1 0,-1 1 0,1-1 0,-1 1 0,1-1 0,-1 1 0,1-1 0,-1 1 0,1-1 0,0 0 0,-1 1 0,1-1 0,0 0 0,-1 0 0,1 1 0,0-1 0,-1 0 0,1 0 0,0 0 0,-1 0 0,1 0 0,0 0 0,0 0 0,-1 0 0,1 0 0,0 0 0,-1 0 0,1 0 0,1-1 0,336-4-1365,-316 5-5461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7:00.687"/>
    </inkml:context>
    <inkml:brush xml:id="br0">
      <inkml:brushProperty name="width" value="0.035" units="cm"/>
      <inkml:brushProperty name="height" value="0.035" units="cm"/>
    </inkml:brush>
  </inkml:definitions>
  <inkml:trace contextRef="#ctx0" brushRef="#br0">882 1 24575,'62'15'0,"429"24"0,5-38 0,-263-3 0,79 1 0,1528 31 0,-530 19 0,-1168-49 0,603 29 0,733 135 0,-630-75 0,-548-57 0,443 54 0,-688-78 0,1 1 0,-1 4 0,-1 1 0,0 3 0,-1 3 0,-1 1 0,-1 3 0,81 52 0,-90-48 0,1-1 0,-2 2 0,-1 1 0,67 67 0,-23-6 0,-35-41 0,-3 2 0,58 83 0,-100-128 0,12 17 0,-1 0 0,-1 2 0,-1-1 0,16 46 0,-27-65 0,0 0 0,-1 1 0,0-1 0,1 0 0,-2 1 0,1-1 0,-1 1 0,0-1 0,-1 1 0,1-1 0,-1 1 0,0-1 0,-1 1 0,0-1 0,0 0 0,0 0 0,-1 0 0,1 0 0,-2 0 0,1-1 0,-1 1 0,1-1 0,-1 0 0,-1 0 0,1 0 0,-1-1 0,-5 5 0,-16 10 0,-1-2 0,0 0 0,-1-2 0,-1-1 0,-44 15 0,-161 39 0,225-66 0,-484 88 0,-9-40 0,289-31 0,-340 27 0,-209 20 0,412-11 0,71 20 0,192-48 0,0-3 0,-119 15 0,-487-21 0,470-20 0,-264-10 0,-575-88 0,532 30 0,-208-31 0,13 7 0,18 3 0,509 60 0,-357-61 0,405 64 0,-110-23 0,201 35 0,1-1 0,-77-36 0,81 29 0,-84-42 0,117 54 0,0 0 0,1-1 0,1-1 0,-22-21 0,29 22 0,-1-1 0,2 0 0,0-1 0,0 0 0,1 0 0,1-1 0,1-1 0,-8-21 0,6 8 0,2 0 0,1 0 0,1 0 0,-1-34 0,-4-20 0,5 39 0,-1-59 0,7 94 0,1-1 0,-1 1 0,2 0 0,-1-1 0,2 1 0,-1 0 0,1 0 0,1 0 0,0 0 0,0 1 0,1 0 0,0-1 0,1 2 0,0-1 0,0 1 0,1 0 0,0 0 0,0 0 0,15-10 0,41-27 0,2 3 0,2 3 0,2 3 0,84-31 0,-60 28 0,-21 11 0,-1-3 0,-2-3 0,113-76 0,-168 99-124,1 1 0,0 1 0,0 1 0,1 0 0,0 1 0,1 0-1,-1 2 1,1 0 0,0 0 0,22-1 0,-19 4-6702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7:01.869"/>
    </inkml:context>
    <inkml:brush xml:id="br0">
      <inkml:brushProperty name="width" value="0.035" units="cm"/>
      <inkml:brushProperty name="height" value="0.035" units="cm"/>
    </inkml:brush>
  </inkml:definitions>
  <inkml:trace contextRef="#ctx0" brushRef="#br0">3944 0 24575,'-122'6'0,"0"6"0,1 4 0,-237 66 0,255-50 0,1 5 0,1 4 0,3 4 0,-110 69 0,-350 262 0,493-329 0,-470 383 0,32 34 0,157-141 0,227-219 0,-3-4 0,-158 96 0,222-166-1365,36-22-5461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7:03.420"/>
    </inkml:context>
    <inkml:brush xml:id="br0">
      <inkml:brushProperty name="width" value="0.035" units="cm"/>
      <inkml:brushProperty name="height" value="0.035" units="cm"/>
    </inkml:brush>
  </inkml:definitions>
  <inkml:trace contextRef="#ctx0" brushRef="#br0">105 1 24575,'0'31'0,"2"-1"0,-2 1 0,-2-1 0,0 0 0,-2 0 0,-2 0 0,-13 45 0,3-30 0,1 2 0,2 0 0,2 0 0,-7 78 0,18-122 0,-1 0 0,1-1 0,0 1 0,0 0 0,1 0 0,-1 0 0,0-1 0,1 1 0,0 0 0,0-1 0,-1 1 0,2 0 0,-1-1 0,0 1 0,0-1 0,1 0 0,-1 1 0,1-1 0,0 0 0,3 4 0,0-4 0,-1 1 0,1-1 0,0 0 0,-1 0 0,1 0 0,0 0 0,0-1 0,0 0 0,0 0 0,9 0 0,81 4 0,116-7 0,-55-2 0,1-10 0,0 1 0,-80 15-55,-51 1-163,1-2-1,-1-1 1,1-2 0,-1 0-1,39-9 1,-48 5-6608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7:13.638"/>
    </inkml:context>
    <inkml:brush xml:id="br0">
      <inkml:brushProperty name="width" value="0.035" units="cm"/>
      <inkml:brushProperty name="height" value="0.035" units="cm"/>
    </inkml:brush>
  </inkml:definitions>
  <inkml:trace contextRef="#ctx0" brushRef="#br0">6690 81 24575,'-21'2'0,"-1"0"0,1 2 0,0 0 0,-35 13 0,-20 4 0,-128 17 0,-229 14 0,-211-34 0,-1081-22 0,990 6 0,602-9 0,-167-28 0,147 14 0,-345-60 0,88 12 0,225 52 0,-316 10 0,259 11 0,224-5 0,1 2 0,-1 0 0,1 1 0,0 1 0,0 1 0,0 0 0,0 1 0,1 1 0,-28 14 0,36-16 0,0 1 0,1 1 0,-1-1 0,1 1 0,1 0 0,-1 1 0,1 0 0,0 0 0,1 0 0,-1 1 0,1-1 0,1 1 0,0 0 0,0 1 0,0-1 0,1 1 0,1 0 0,-1 0 0,-1 17 0,-1 29 0,6 106 0,2-58 0,-3-85 0,1 0 0,0 0 0,2 1 0,0-1 0,1-1 0,1 1 0,7 17 0,-8-24 0,1-2 0,0 1 0,1-1 0,0 0 0,0 0 0,1 0 0,0-1 0,0 0 0,1 0 0,0-1 0,1 0 0,0-1 0,10 7 0,28 12 0,1-2 0,2-3 0,84 24 0,164 25 0,-244-58 0,697 105 0,5-45 0,-713-68 0,1298 89 0,788-55 0,-2108-37 0,133-2 0,220-31 0,-331 24 0,-1-2 0,0-2 0,76-34 0,110-72 0,-221 115 0,6-4 0,-1 0 0,0-1 0,0 0 0,-1-1 0,0 0 0,-1-1 0,0 0 0,-1 0 0,0-1 0,-1 0 0,0-1 0,11-25 0,-11 16 0,0 1 0,-1-1 0,-1-1 0,-2 1 0,0-1 0,-1 1 0,0-38 0,-3-101 0,-5-213 0,5 371 0,0 0 0,0 0 0,-1 0 0,1 0 0,-1 0 0,1 0 0,-1 0 0,0 0 0,0 0 0,-1 0 0,1 1 0,0-1 0,-1 0 0,0 1 0,0-1 0,0 1 0,0-1 0,0 1 0,0 0 0,0 0 0,-1 0 0,1 0 0,-1 0 0,1 1 0,-1-1 0,0 1 0,0 0 0,0 0 0,-5-2 0,-5 1 0,0 0 0,0 1 0,0 1 0,-1 0 0,-22 3 0,4-1 0,1 0 0,1 2 0,0 0 0,0 2 0,0 1 0,1 1 0,0 2 0,0 1 0,-32 17 0,52-23-195,-1 0 0,0-1 0,0 0 0,0-1 0,-1 0 0,-15 2 0,7-3-6631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7:14.921"/>
    </inkml:context>
    <inkml:brush xml:id="br0">
      <inkml:brushProperty name="width" value="0.035" units="cm"/>
      <inkml:brushProperty name="height" value="0.035" units="cm"/>
    </inkml:brush>
  </inkml:definitions>
  <inkml:trace contextRef="#ctx0" brushRef="#br0">2240 1 24575,'-8'6'0,"-1"0"0,0 0 0,0-1 0,0 0 0,-1 0 0,0-1 0,0 0 0,0-1 0,-12 2 0,-19 8 0,-107 40 0,2 6 0,3 7 0,-217 136 0,185-82 0,6 7 0,-156 152 0,97-69 0,-60 60 0,269-249-15,1 0 1,-22 35-1,15-20-1306,16-23-5505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7:16.103"/>
    </inkml:context>
    <inkml:brush xml:id="br0">
      <inkml:brushProperty name="width" value="0.035" units="cm"/>
      <inkml:brushProperty name="height" value="0.035" units="cm"/>
    </inkml:brush>
  </inkml:definitions>
  <inkml:trace contextRef="#ctx0" brushRef="#br0">3 0 24575,'-2'136'0,"5"145"0,-3-278 0,1-1 0,-1 1 0,1-1 0,0 1 0,0-1 0,-1 1 0,2-1 0,-1 0 0,0 1 0,0-1 0,1 0 0,-1 0 0,1 0 0,0 0 0,0 0 0,-1 0 0,1-1 0,0 1 0,1-1 0,-1 1 0,0-1 0,0 0 0,1 0 0,-1 0 0,0 0 0,1 0 0,-1 0 0,1-1 0,-1 1 0,4 0 0,9 0 0,1 1 0,-1-2 0,0 0 0,17-2 0,-7 0 0,-7 0 21,-1 0 0,29-8-1,-8 1-1447,-19 5-5399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9:04.857"/>
    </inkml:context>
    <inkml:brush xml:id="br0">
      <inkml:brushProperty name="width" value="0.035" units="cm"/>
      <inkml:brushProperty name="height" value="0.035" units="cm"/>
      <inkml:brushProperty name="color" value="#FFC114"/>
    </inkml:brush>
  </inkml:definitions>
  <inkml:trace contextRef="#ctx0" brushRef="#br0">598 29 24575,'1'-1'0,"-1"0"0,0 0 0,0 0 0,1 0 0,-1 0 0,1 1 0,-1-1 0,1 0 0,-1 0 0,1 0 0,0 1 0,-1-1 0,1 0 0,0 0 0,0 1 0,-1-1 0,1 1 0,0-1 0,0 1 0,0-1 0,0 1 0,0 0 0,0-1 0,0 1 0,0 0 0,0 0 0,1-1 0,33-4 0,-29 5 0,362-5 0,-202 8 0,3531-4 0,-3396 14 0,-42-1 0,129 2 0,108 0 0,-354-14 0,458 15 0,-302-2 0,-176-12 0,202 30 0,567 99 0,-735-118 0,159-8 0,129 8 0,-316 6 0,-70-8 0,0-3 0,60-1 0,-82-4 0,0 2 0,0 1 0,0 1 0,48 16 0,46 9 0,-77-21 0,-1 3 0,0 2 0,0 2 0,-2 2 0,0 3 0,85 50 0,-102-48 0,-1 2 0,-1 1 0,-1 1 0,37 46 0,-47-47 0,0 2 0,31 60 0,-32-52 0,32 44 0,183 290 0,-197-307 0,-1 5 0,43 117 0,-26-59 0,-30-67 0,-2 0 0,-2 1 0,11 69 0,8 192 0,-34 194 0,-6-271 0,2-236 0,-1 120 0,5 0 0,23 134 0,-11-131 0,-6 0 0,-11 200 0,-2-127 0,3 1592 0,-7-1656 0,-42 238 0,28-275 0,-61 187 0,-65 90 0,122-320 0,18-46 0,0-1 0,-2 1 0,1-1 0,-2-1 0,0 0 0,0 0 0,-1-1 0,-1-1 0,0 0 0,-1 0 0,0-1 0,0-1 0,-20 11 0,-19 7 0,-1-3 0,-78 25 0,95-37 0,-50 19 0,2 1 0,-1-3 0,-2-5 0,-92 14 0,-246 10 0,-208 30 0,-50 22 0,-41-85 0,457-19 0,-1163 4 0,1086-27 0,0 1 0,52 28 0,-273-3 0,356-11 0,-102-2 0,-477-6 0,637 15 0,70 3 0,0-2 0,-107-21 0,-50-39 0,200 53 0,1 0 0,4 1 0,1 1 0,-1 1 0,-1 2 0,-50-3 0,34 6 0,-95-19 0,98 12 0,0 3 0,-65-2 0,-880 11 0,954-5 0,1-1 0,-1-2 0,1-2 0,0-1 0,1-2 0,0-1 0,-46-23 0,69 28 0,0-1 0,0 0 0,1-1 0,0-1 0,0 0 0,-12-15 0,0-1 0,-31-48 0,-24-53 0,6-4 0,5-3 0,6-3 0,-51-172 0,81 204 0,6-1 0,4-1 0,-9-122 0,19 45 0,11-191 0,43 3 0,-5 84 0,-27 200 0,35-146 0,46-83 0,-19 67 0,-64 221 0,30-112 0,37-258 0,-49 231 0,-4 35 0,1-3 0,-11 80 0,-4 0 0,3-89 0,-10 86 0,13-105 0,-4 63 0,-5-1 0,-7-103 0,-1 49 0,3 79 0,16-369 0,-4 282 0,-8 87 0,18-104 0,7-24 0,0-6 0,7-30 0,-32 211 0,42-255 0,-41 258-195,-2 1 0,-1-1 0,-1 0 0,-1 0 0,-1 0 0,-10-49 0,6 48-6631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9:06.823"/>
    </inkml:context>
    <inkml:brush xml:id="br0">
      <inkml:brushProperty name="width" value="0.035" units="cm"/>
      <inkml:brushProperty name="height" value="0.035" units="cm"/>
      <inkml:brushProperty name="color" value="#FFC114"/>
    </inkml:brush>
  </inkml:definitions>
  <inkml:trace contextRef="#ctx0" brushRef="#br0">1 1430 24575,'2'-4'0,"1"0"0,0 1 0,0-1 0,1 0 0,-1 1 0,1 0 0,0 0 0,0 0 0,0 0 0,0 1 0,6-3 0,-5 2 0,40-21 0,1 3 0,1 1 0,65-17 0,2-2 0,770-368 0,-174 81 0,-553 269 0,1 7 0,285-50 0,708-5 0,-281 39 0,-531 24 0,199-21 0,1 35 0,-283 31-1365,-227-3-5461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9:07.839"/>
    </inkml:context>
    <inkml:brush xml:id="br0">
      <inkml:brushProperty name="width" value="0.035" units="cm"/>
      <inkml:brushProperty name="height" value="0.035" units="cm"/>
      <inkml:brushProperty name="color" value="#FFC114"/>
    </inkml:brush>
  </inkml:definitions>
  <inkml:trace contextRef="#ctx0" brushRef="#br0">708 466 24575,'-12'-1'0,"1"0"0,0-1 0,-1 0 0,1-1 0,1 0 0,-1-1 0,0 0 0,1 0 0,0-1 0,0-1 0,-10-6 0,-16-14 0,-50-46 0,41 33 0,-55-42 0,-163-101 0,243 171-1365,2 3-5461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09:08.857"/>
    </inkml:context>
    <inkml:brush xml:id="br0">
      <inkml:brushProperty name="width" value="0.035" units="cm"/>
      <inkml:brushProperty name="height" value="0.035" units="cm"/>
      <inkml:brushProperty name="color" value="#FFC114"/>
    </inkml:brush>
  </inkml:definitions>
  <inkml:trace contextRef="#ctx0" brushRef="#br0">1017 0 24575,'-54'20'0,"-173"31"0,187-39 0,0 3 0,0 1 0,-54 30 0,-89 71 0,111-68 0,-2-4 0,-80 37 0,133-74-1365,4-3-5461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21.426"/>
    </inkml:context>
    <inkml:brush xml:id="br0">
      <inkml:brushProperty name="width" value="0.035" units="cm"/>
      <inkml:brushProperty name="height" value="0.035" units="cm"/>
    </inkml:brush>
  </inkml:definitions>
  <inkml:trace contextRef="#ctx0" brushRef="#br0">4930 265 24575,'-2270'0'0,"2148"4"0,0 5 0,-203 41 0,-226 100 0,287-64 0,-364 175 0,624-259 0,-220 118 0,192-100 0,0 1 0,2 2 0,0 1 0,-42 45 0,52-45 0,2 1 0,1 1 0,1 1 0,1 0 0,1 1 0,-19 58 0,10-11 0,-21 122 0,34-125 0,2 1 0,4 0 0,2 0 0,4 0 0,3-1 0,4 1 0,27 113 0,-14-106 0,4-2 0,3 0 0,3-2 0,4-1 0,3-1 0,69 97 0,-86-140 0,98 130 0,-98-136 0,1 0 0,1-2 0,1-1 0,28 20 0,153 112 0,-117-83 0,3-4 0,141 76 0,-189-119 0,-1 2 0,-1 2 0,57 49 0,100 113 0,-126-117 0,0-3 0,3-4 0,2-2 0,129 78 0,-141-106 0,2-4 0,1-2 0,115 33 0,226 32 0,334 10 0,7-45 0,-628-51 0,624 35 0,-386-24 0,1219 1 0,-1016-24 0,-481 4 0,-1-3 0,1-4 0,-1-4 0,86-21 0,-141 21 0,1-2 0,-2-1 0,0 0 0,47-34 0,-18 11 0,113-59 0,-73 43 0,96-70 0,-155 92 0,-1 0 0,-2-3 0,-1-1 0,-1-1 0,31-47 0,114-205 0,-166 270 0,49-101 0,-5-2 0,48-158 0,-97 264 0,21-50 0,2 1 0,43-66 0,29-64 0,-89 166 0,0-2 0,-2 1 0,-1-2 0,-1 1 0,4-38 0,-8 32 0,-1 0 0,-2-1 0,-1 1 0,-2 0 0,-1 0 0,-2 0 0,-1 1 0,-2-1 0,-16-39 0,-208-392 0,173 357 0,4 6 0,-126-238 0,153 290 0,-2 2 0,-2 1 0,-2 1 0,-2 2 0,-2 2 0,-2 2 0,-1 1 0,-3 2 0,-58-39 0,-57-26 0,-248-118 0,375 205 0,-124-61 0,-4 7 0,-2 8 0,-322-78 0,204 85 0,-256-64 0,482 105 0,1 3 0,-2 2 0,-79-3 0,-170 13 0,125 3 0,-155 10 0,265-6 0,1 3 0,-121 35 0,156-35 0,1 2 0,0 2 0,1 1 0,-41 27 0,36-22 16,-2-1 0,0-3 0,-67 21 0,-3 2-1445,80-28-5397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23.106"/>
    </inkml:context>
    <inkml:brush xml:id="br0">
      <inkml:brushProperty name="width" value="0.035" units="cm"/>
      <inkml:brushProperty name="height" value="0.035" units="cm"/>
    </inkml:brush>
  </inkml:definitions>
  <inkml:trace contextRef="#ctx0" brushRef="#br0">1 495 24575,'62'-1'0,"1"-2"0,-1-3 0,110-25 0,-131 19 0,-1-1 0,0-1 0,-1-3 0,-1-1 0,0-2 0,52-37 0,55-36 0,-46 30 0,-78 51 0,0 1 0,0 0 0,1 2 0,0 0 0,1 1 0,25-5 0,144-17 0,-134 23 0,206-18 0,-126 15 0,188 8 0,-142 5 0,-11-5 0,190 5 0,-323 1-1365,-4 1-5461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23.808"/>
    </inkml:context>
    <inkml:brush xml:id="br0">
      <inkml:brushProperty name="width" value="0.035" units="cm"/>
      <inkml:brushProperty name="height" value="0.035" units="cm"/>
    </inkml:brush>
  </inkml:definitions>
  <inkml:trace contextRef="#ctx0" brushRef="#br0">500 302 24575,'-32'-29'0,"-1"1"0,-1 2 0,-2 2 0,0 1 0,-1 2 0,-57-24 0,-51-31-208,109 56-949,20 10-5669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24.706"/>
    </inkml:context>
    <inkml:brush xml:id="br0">
      <inkml:brushProperty name="width" value="0.035" units="cm"/>
      <inkml:brushProperty name="height" value="0.035" units="cm"/>
    </inkml:brush>
  </inkml:definitions>
  <inkml:trace contextRef="#ctx0" brushRef="#br0">466 1 24575,'0'4'0,"0"7"0,0 4 0,-5 1 0,-5 6 0,-10 0 0,-6 4 0,-3-2 0,-6 8 0,-1-1 0,-7 3 0,-1 0 0,2 2 0,0-3 0,2 0 0,4-5 0,4-3 0,7-6-8191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30.809"/>
    </inkml:context>
    <inkml:brush xml:id="br0">
      <inkml:brushProperty name="width" value="0.035" units="cm"/>
      <inkml:brushProperty name="height" value="0.035" units="cm"/>
    </inkml:brush>
  </inkml:definitions>
  <inkml:trace contextRef="#ctx0" brushRef="#br0">1482 131 24575,'24'2'0,"-1"2"0,42 12 0,-12-3 0,-5-2 0,651 116 0,26-88 0,6-39 0,-408-2 0,2586-1 0,-2437-22 0,-64 0 0,1708 76 0,-1418 18 0,398 27 0,580-77 0,-1035-22 0,-349 1 0,336 4 0,-478 6 0,-1 7 0,-1 6 0,154 42 0,426 153 0,-378-105 0,52-7 0,35 11 0,-354-88 0,-1 4 0,-1 3 0,86 51 0,-106-45 0,-3 2 0,-1 3 0,-2 2 0,-2 2 0,-3 3 0,-2 2 0,-2 2 0,70 112 0,-89-121 0,-2 2 0,-3 1 0,-2 0 0,-1 2 0,13 64 0,-7 6 0,11 143 0,-23-82 0,-13 221 0,-26-187 0,0 1 0,26 119 0,5-269 0,2-1 0,33 129 0,-23-126 0,-3 0 0,-4 0 0,-2 1 0,-4 134 0,-4-164 0,1-24 0,0 0 0,-2 0 0,0 0 0,0 0 0,-2 0 0,0 0 0,-1 0 0,-1-1 0,-12 28 0,-116 232 0,90-177 0,-4-1 0,-117 176 0,147-253 0,-1-1 0,0 0 0,-1-2 0,-1 0 0,-1-1 0,0-1 0,-2-1 0,1 0 0,-43 17 0,27-16 0,-1-2 0,-1-2 0,0-1 0,0-2 0,-71 5 0,-1535 128 0,1373-115 0,-210 16 0,256-23 0,-315 67 0,362-59 0,-2 0 0,-94 15 0,258-40 0,-68 3 0,-134-7 0,177 0 0,-425-35 0,93 4 0,-845 18 0,752 18 0,412-4 0,-567 5 0,-4 33 0,-76 1 0,-5-40 0,299-2 0,79 4 0,-467-6 0,3-43 0,25-50 0,278 32 0,287 47 0,-77-11 0,101 6 0,-28-5 0,-268-34 0,402 55 0,-206-20 0,-57-12 0,44 2 0,104 7 0,76 10 0,66 14 0,1-2 0,0-2 0,0-1 0,1-3 0,1-2 0,-55-28 0,-173-104 0,-96-55 0,-186-107 0,439 248 0,30 17 0,-5-2 0,-98-69 0,162 97 0,0 0 0,1-2 0,1 0 0,1-2 0,2-1 0,0 0 0,-31-52 0,34 46 0,1-1 0,2-1 0,2 0 0,0-1 0,3-1 0,0 0 0,3 0 0,0-1 0,-1-60 0,7-546 0,5 284 0,-5 245 0,-2-4 0,6 1 0,33-222 0,-13 210 0,8-169 0,-18-130 0,-10 229 0,10-45 0,0-67 0,-12 281 0,1 0 0,2 0 0,0 0 0,3 0 0,9-27 0,58-136 0,-21 61 0,-36 85 0,1 0 0,2 2 0,2 0 0,2 2 0,50-67 0,-65 98 0,1 0 0,0 1 0,1 1 0,0 0 0,0 0 0,1 1 0,0 0 0,1 1 0,-1 1 0,1 0 0,25-8 0,-10 8 0,-1 0 0,2 2 0,-1 1 0,55 1 0,272 30 0,-214-13 0,281-4-144,-300-12-1077,-97 1-5605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32.443"/>
    </inkml:context>
    <inkml:brush xml:id="br0">
      <inkml:brushProperty name="width" value="0.035" units="cm"/>
      <inkml:brushProperty name="height" value="0.035" units="cm"/>
    </inkml:brush>
  </inkml:definitions>
  <inkml:trace contextRef="#ctx0" brushRef="#br0">2917 1 24575,'-5'1'0,"0"0"0,0 0 0,0 0 0,0 1 0,0 0 0,1 0 0,-1 0 0,-8 6 0,-7 3 0,-380 164 0,-135 61 0,501-220 0,-1473 659 0,1450-652 0,4-3 0,2 2 0,-78 47 0,122-64-61,0 1 0,0 0-1,0 1 1,1-1 0,0 2-1,0-1 1,-8 14 0,6-9-814,-2 3-5951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3T19:10:33.591"/>
    </inkml:context>
    <inkml:brush xml:id="br0">
      <inkml:brushProperty name="width" value="0.035" units="cm"/>
      <inkml:brushProperty name="height" value="0.035" units="cm"/>
    </inkml:brush>
  </inkml:definitions>
  <inkml:trace contextRef="#ctx0" brushRef="#br0">105 0 24575,'-1'1'0,"0"-1"0,0 1 0,0 0 0,-1-1 0,1 1 0,0 0 0,0-1 0,0 1 0,0 0 0,1 0 0,-1 0 0,0 0 0,0 0 0,0 0 0,1 0 0,-1 0 0,0 0 0,1 1 0,-1 0 0,-12 30 0,10-26 0,3-6 0,-52 150 0,47-130 0,0 0 0,1 0 0,2 0 0,0 0 0,1 37 0,2-55 0,-1 0 0,0 1 0,1-1 0,-1 1 0,1-1 0,0 1 0,0-1 0,0 0 0,0 0 0,0 1 0,0-1 0,1 0 0,-1 0 0,1 0 0,-1 0 0,1-1 0,0 1 0,0 0 0,0-1 0,0 1 0,0-1 0,0 0 0,0 1 0,0-1 0,0 0 0,1 0 0,-1-1 0,1 1 0,-1 0 0,0-1 0,1 0 0,-1 1 0,1-1 0,-1 0 0,5 0 0,9-1 0,0 0 0,1-1 0,-1-1 0,20-6 0,-24 6 0,41-10-120,5-2-191,-1 2 0,2 3-1,76-3 1,-106 13-6515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7CC4B4-68E7-4A48-A9EB-EC05601CC60E}"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8ABD4-4D49-1441-94E5-E34E00DCAC48}" type="slidenum">
              <a:rPr lang="en-US" smtClean="0"/>
              <a:t>‹#›</a:t>
            </a:fld>
            <a:endParaRPr lang="en-US"/>
          </a:p>
        </p:txBody>
      </p:sp>
    </p:spTree>
    <p:extLst>
      <p:ext uri="{BB962C8B-B14F-4D97-AF65-F5344CB8AC3E}">
        <p14:creationId xmlns:p14="http://schemas.microsoft.com/office/powerpoint/2010/main" val="1720244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58ABD4-4D49-1441-94E5-E34E00DCAC48}" type="slidenum">
              <a:rPr lang="en-US" smtClean="0"/>
              <a:t>43</a:t>
            </a:fld>
            <a:endParaRPr lang="en-US"/>
          </a:p>
        </p:txBody>
      </p:sp>
    </p:spTree>
    <p:extLst>
      <p:ext uri="{BB962C8B-B14F-4D97-AF65-F5344CB8AC3E}">
        <p14:creationId xmlns:p14="http://schemas.microsoft.com/office/powerpoint/2010/main" val="3283124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58ABD4-4D49-1441-94E5-E34E00DCAC48}" type="slidenum">
              <a:rPr lang="en-US" smtClean="0"/>
              <a:t>57</a:t>
            </a:fld>
            <a:endParaRPr lang="en-US"/>
          </a:p>
        </p:txBody>
      </p:sp>
    </p:spTree>
    <p:extLst>
      <p:ext uri="{BB962C8B-B14F-4D97-AF65-F5344CB8AC3E}">
        <p14:creationId xmlns:p14="http://schemas.microsoft.com/office/powerpoint/2010/main" val="1446076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5" name="Presentation Title">
            <a:extLst>
              <a:ext uri="{FF2B5EF4-FFF2-40B4-BE49-F238E27FC236}">
                <a16:creationId xmlns:a16="http://schemas.microsoft.com/office/drawing/2014/main" id="{A6365D5F-F141-4E3E-FF97-7EFE7D75695F}"/>
              </a:ext>
            </a:extLst>
          </p:cNvPr>
          <p:cNvSpPr>
            <a:spLocks noGrp="1" noRot="1" noMove="1" noResize="1" noEditPoints="1" noAdjustHandles="1" noChangeArrowheads="1" noChangeShapeType="1"/>
          </p:cNvSpPr>
          <p:nvPr>
            <p:ph type="title" hasCustomPrompt="1"/>
          </p:nvPr>
        </p:nvSpPr>
        <p:spPr>
          <a:xfrm>
            <a:off x="1280160" y="368133"/>
            <a:ext cx="9137073" cy="2223343"/>
          </a:xfrm>
        </p:spPr>
        <p:txBody>
          <a:bodyPr lIns="91440" rIns="91440" anchor="b" anchorCtr="0">
            <a:normAutofit/>
          </a:bodyPr>
          <a:lstStyle>
            <a:lvl1pPr marL="0" algn="l" defTabSz="685800" rtl="0" eaLnBrk="1" latinLnBrk="0" hangingPunct="1">
              <a:lnSpc>
                <a:spcPct val="80000"/>
              </a:lnSpc>
              <a:spcBef>
                <a:spcPct val="0"/>
              </a:spcBef>
              <a:buNone/>
              <a:defRPr lang="en-US" sz="6000" b="0" i="0" kern="1200" baseline="0" dirty="0">
                <a:solidFill>
                  <a:schemeClr val="accent2"/>
                </a:solidFill>
                <a:latin typeface="Rockwell" panose="02060603020205020403" pitchFamily="18" charset="77"/>
                <a:ea typeface="Roboto Slab" pitchFamily="2" charset="0"/>
                <a:cs typeface="Roboto Slab" pitchFamily="2" charset="0"/>
              </a:defRPr>
            </a:lvl1pPr>
          </a:lstStyle>
          <a:p>
            <a:r>
              <a:rPr lang="en-US" dirty="0"/>
              <a:t>Presentation Title</a:t>
            </a:r>
          </a:p>
        </p:txBody>
      </p:sp>
      <p:sp>
        <p:nvSpPr>
          <p:cNvPr id="16" name="Optional Subtitle">
            <a:extLst>
              <a:ext uri="{FF2B5EF4-FFF2-40B4-BE49-F238E27FC236}">
                <a16:creationId xmlns:a16="http://schemas.microsoft.com/office/drawing/2014/main" id="{6377A039-ED85-49CC-9DC6-AE1E4D48EB0D}"/>
              </a:ext>
            </a:extLst>
          </p:cNvPr>
          <p:cNvSpPr>
            <a:spLocks noGrp="1" noRot="1" noMove="1" noResize="1" noEditPoints="1" noAdjustHandles="1" noChangeArrowheads="1" noChangeShapeType="1"/>
          </p:cNvSpPr>
          <p:nvPr>
            <p:ph type="body" sz="quarter" idx="10" hasCustomPrompt="1"/>
          </p:nvPr>
        </p:nvSpPr>
        <p:spPr>
          <a:xfrm>
            <a:off x="1280160" y="2617841"/>
            <a:ext cx="9143567" cy="938027"/>
          </a:xfrm>
        </p:spPr>
        <p:txBody>
          <a:bodyPr lIns="91440" rIns="91440">
            <a:normAutofit/>
          </a:bodyPr>
          <a:lstStyle>
            <a:lvl1pPr marL="0" indent="0" algn="l" defTabSz="685800" rtl="0" eaLnBrk="1" fontAlgn="t" latinLnBrk="0" hangingPunct="1">
              <a:lnSpc>
                <a:spcPct val="80000"/>
              </a:lnSpc>
              <a:spcBef>
                <a:spcPts val="750"/>
              </a:spcBef>
              <a:buFont typeface="Arial" panose="020B0604020202020204" pitchFamily="34" charset="0"/>
              <a:buNone/>
              <a:defRPr lang="en-US" sz="3200" kern="1200" dirty="0">
                <a:solidFill>
                  <a:srgbClr val="00B0F0"/>
                </a:solidFill>
                <a:latin typeface="+mj-lt"/>
                <a:ea typeface="+mn-ea"/>
                <a:cs typeface="+mn-cs"/>
              </a:defRPr>
            </a:lvl1pPr>
          </a:lstStyle>
          <a:p>
            <a:pPr lvl="0"/>
            <a:r>
              <a:rPr lang="en-US" dirty="0"/>
              <a:t>Optional Subtitle</a:t>
            </a:r>
          </a:p>
        </p:txBody>
      </p:sp>
      <p:sp>
        <p:nvSpPr>
          <p:cNvPr id="2" name="Presenter Name">
            <a:extLst>
              <a:ext uri="{FF2B5EF4-FFF2-40B4-BE49-F238E27FC236}">
                <a16:creationId xmlns:a16="http://schemas.microsoft.com/office/drawing/2014/main" id="{C566E610-EA19-29A0-936C-7C6369DBF6C6}"/>
              </a:ext>
            </a:extLst>
          </p:cNvPr>
          <p:cNvSpPr>
            <a:spLocks noGrp="1" noRot="1" noMove="1" noResize="1" noEditPoints="1" noAdjustHandles="1" noChangeArrowheads="1" noChangeShapeType="1"/>
          </p:cNvSpPr>
          <p:nvPr>
            <p:ph type="body" sz="quarter" idx="11" hasCustomPrompt="1"/>
          </p:nvPr>
        </p:nvSpPr>
        <p:spPr>
          <a:xfrm>
            <a:off x="1280160" y="3926647"/>
            <a:ext cx="8336045" cy="341632"/>
          </a:xfrm>
        </p:spPr>
        <p:txBody>
          <a:bodyPr wrap="square" lIns="91440" anchor="b" anchorCtr="0">
            <a:spAutoFit/>
          </a:bodyPr>
          <a:lstStyle>
            <a:lvl1pPr marL="0" indent="0">
              <a:buNone/>
              <a:defRPr sz="1800" i="1">
                <a:solidFill>
                  <a:schemeClr val="tx1"/>
                </a:solidFill>
              </a:defRPr>
            </a:lvl1pPr>
            <a:lvl2pPr marL="457200" indent="0">
              <a:buNone/>
              <a:defRPr sz="2000" i="1">
                <a:solidFill>
                  <a:schemeClr val="bg1"/>
                </a:solidFill>
              </a:defRPr>
            </a:lvl2pPr>
            <a:lvl3pPr marL="914400" indent="0">
              <a:buNone/>
              <a:defRPr sz="2000" i="1">
                <a:solidFill>
                  <a:schemeClr val="bg1"/>
                </a:solidFill>
              </a:defRPr>
            </a:lvl3pPr>
            <a:lvl4pPr marL="1371600" indent="0">
              <a:buNone/>
              <a:defRPr sz="2000" i="1">
                <a:solidFill>
                  <a:schemeClr val="bg1"/>
                </a:solidFill>
              </a:defRPr>
            </a:lvl4pPr>
            <a:lvl5pPr marL="1828800" indent="0">
              <a:buNone/>
              <a:defRPr sz="2000" i="1">
                <a:solidFill>
                  <a:schemeClr val="bg1"/>
                </a:solidFill>
              </a:defRPr>
            </a:lvl5pPr>
          </a:lstStyle>
          <a:p>
            <a:pPr lvl="0"/>
            <a:r>
              <a:rPr lang="en-US" dirty="0"/>
              <a:t>Presenter Name, Title</a:t>
            </a:r>
          </a:p>
        </p:txBody>
      </p:sp>
      <p:sp>
        <p:nvSpPr>
          <p:cNvPr id="3" name="Date">
            <a:extLst>
              <a:ext uri="{FF2B5EF4-FFF2-40B4-BE49-F238E27FC236}">
                <a16:creationId xmlns:a16="http://schemas.microsoft.com/office/drawing/2014/main" id="{E98963C8-D5BF-21E2-05C1-86E2339EA6F0}"/>
              </a:ext>
            </a:extLst>
          </p:cNvPr>
          <p:cNvSpPr>
            <a:spLocks noGrp="1" noRot="1" noMove="1" noResize="1" noEditPoints="1" noAdjustHandles="1" noChangeArrowheads="1" noChangeShapeType="1"/>
          </p:cNvSpPr>
          <p:nvPr>
            <p:ph type="body" sz="quarter" idx="12" hasCustomPrompt="1"/>
          </p:nvPr>
        </p:nvSpPr>
        <p:spPr>
          <a:xfrm>
            <a:off x="1280160" y="4297943"/>
            <a:ext cx="5961681" cy="366264"/>
          </a:xfrm>
        </p:spPr>
        <p:txBody>
          <a:bodyPr lIns="91440">
            <a:noAutofit/>
          </a:bodyPr>
          <a:lstStyle>
            <a:lvl1pPr marL="0" indent="0">
              <a:buNone/>
              <a:defRPr sz="1800" i="0">
                <a:solidFill>
                  <a:schemeClr val="tx1"/>
                </a:solidFill>
              </a:defRPr>
            </a:lvl1pPr>
            <a:lvl2pPr marL="457200" indent="0">
              <a:buNone/>
              <a:defRPr sz="2000" i="1">
                <a:solidFill>
                  <a:schemeClr val="bg1"/>
                </a:solidFill>
              </a:defRPr>
            </a:lvl2pPr>
            <a:lvl3pPr marL="914400" indent="0">
              <a:buNone/>
              <a:defRPr sz="2000" i="1">
                <a:solidFill>
                  <a:schemeClr val="bg1"/>
                </a:solidFill>
              </a:defRPr>
            </a:lvl3pPr>
            <a:lvl4pPr marL="1371600" indent="0">
              <a:buNone/>
              <a:defRPr sz="2000" i="1">
                <a:solidFill>
                  <a:schemeClr val="bg1"/>
                </a:solidFill>
              </a:defRPr>
            </a:lvl4pPr>
            <a:lvl5pPr marL="1828800" indent="0">
              <a:buNone/>
              <a:defRPr sz="2000" i="1">
                <a:solidFill>
                  <a:schemeClr val="bg1"/>
                </a:solidFill>
              </a:defRPr>
            </a:lvl5pPr>
          </a:lstStyle>
          <a:p>
            <a:pPr lvl="0"/>
            <a:r>
              <a:rPr lang="en-US" dirty="0"/>
              <a:t>Month Day, Year</a:t>
            </a:r>
          </a:p>
        </p:txBody>
      </p:sp>
      <p:pic>
        <p:nvPicPr>
          <p:cNvPr id="7" name="psu mark" descr="Penn State University mark">
            <a:extLst>
              <a:ext uri="{FF2B5EF4-FFF2-40B4-BE49-F238E27FC236}">
                <a16:creationId xmlns:a16="http://schemas.microsoft.com/office/drawing/2014/main" id="{266186B5-DA00-DAAD-EBC3-1C314E3330E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t="11939" b="11939"/>
          <a:stretch/>
        </p:blipFill>
        <p:spPr>
          <a:xfrm>
            <a:off x="1028191" y="4987176"/>
            <a:ext cx="3212577" cy="1118984"/>
          </a:xfrm>
          <a:prstGeom prst="rect">
            <a:avLst/>
          </a:prstGeom>
        </p:spPr>
      </p:pic>
      <p:pic>
        <p:nvPicPr>
          <p:cNvPr id="4" name="Corner Shield Image">
            <a:extLst>
              <a:ext uri="{FF2B5EF4-FFF2-40B4-BE49-F238E27FC236}">
                <a16:creationId xmlns:a16="http://schemas.microsoft.com/office/drawing/2014/main" id="{D66202D9-6563-B177-C712-53A7F7141C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6515100" y="114300"/>
            <a:ext cx="5676900" cy="6743700"/>
          </a:xfrm>
          <a:prstGeom prst="rect">
            <a:avLst/>
          </a:prstGeom>
        </p:spPr>
      </p:pic>
      <p:sp>
        <p:nvSpPr>
          <p:cNvPr id="9" name="Slide Number Placeholder 1">
            <a:extLst>
              <a:ext uri="{FF2B5EF4-FFF2-40B4-BE49-F238E27FC236}">
                <a16:creationId xmlns:a16="http://schemas.microsoft.com/office/drawing/2014/main" id="{598F540E-4129-CC6A-943C-A8CE5CAEBF08}"/>
              </a:ext>
            </a:extLst>
          </p:cNvPr>
          <p:cNvSpPr>
            <a:spLocks noGrp="1" noRot="1" noMove="1" noResize="1" noEditPoints="1" noAdjustHandles="1" noChangeArrowheads="1" noChangeShapeType="1"/>
          </p:cNvSpPr>
          <p:nvPr>
            <p:ph type="sldNum" sz="quarter" idx="14"/>
          </p:nvPr>
        </p:nvSpPr>
        <p:spPr/>
        <p:txBody>
          <a:bodyPr/>
          <a:lstStyle/>
          <a:p>
            <a:fld id="{793608D5-1586-F84E-AC54-632C635393D2}" type="slidenum">
              <a:rPr lang="en-US" smtClean="0"/>
              <a:pPr/>
              <a:t>‹#›</a:t>
            </a:fld>
            <a:endParaRPr lang="en-US"/>
          </a:p>
        </p:txBody>
      </p:sp>
    </p:spTree>
    <p:extLst>
      <p:ext uri="{BB962C8B-B14F-4D97-AF65-F5344CB8AC3E}">
        <p14:creationId xmlns:p14="http://schemas.microsoft.com/office/powerpoint/2010/main" val="23943382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5303-0D88-FC4F-A64A-0DABCD2F0B90}"/>
              </a:ext>
            </a:extLst>
          </p:cNvPr>
          <p:cNvSpPr>
            <a:spLocks noGrp="1" noRot="1" noMove="1" noResize="1" noEditPoints="1" noAdjustHandles="1" noChangeArrowheads="1" noChangeShapeType="1"/>
          </p:cNvSpPr>
          <p:nvPr>
            <p:ph type="title"/>
          </p:nvPr>
        </p:nvSpPr>
        <p:spPr>
          <a:xfrm>
            <a:off x="838200" y="365125"/>
            <a:ext cx="10515600" cy="886159"/>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C8021D-5040-E443-B438-B5DF5DB17BBB}"/>
              </a:ext>
            </a:extLst>
          </p:cNvPr>
          <p:cNvSpPr>
            <a:spLocks noGrp="1" noRot="1" noMove="1" noResize="1" noEditPoints="1" noAdjustHandles="1" noChangeArrowheads="1" noChangeShapeType="1"/>
          </p:cNvSpPr>
          <p:nvPr>
            <p:ph idx="1"/>
          </p:nvPr>
        </p:nvSpPr>
        <p:spPr>
          <a:xfrm>
            <a:off x="838200" y="1251284"/>
            <a:ext cx="10515600" cy="4095631"/>
          </a:xfrm>
        </p:spPr>
        <p:txBody>
          <a:bodyPr/>
          <a:lstStyle>
            <a:lvl1pPr marL="233363" indent="-233363">
              <a:buClr>
                <a:schemeClr val="accent2"/>
              </a:buClr>
              <a:buFont typeface="Wingdings" pitchFamily="2" charset="2"/>
              <a:buChar char="§"/>
              <a:tabLst/>
              <a:defRPr/>
            </a:lvl1pPr>
            <a:lvl2pPr marL="628650" indent="-171450">
              <a:buClr>
                <a:schemeClr val="accent2"/>
              </a:buClr>
              <a:tabLst/>
              <a:defRPr/>
            </a:lvl2pPr>
            <a:lvl3pPr marL="1035050" indent="-120650">
              <a:buClr>
                <a:schemeClr val="accent2"/>
              </a:buClr>
              <a:tabLst/>
              <a:defRPr/>
            </a:lvl3pPr>
            <a:lvl4pPr marL="1492250" indent="-120650">
              <a:buClr>
                <a:schemeClr val="accent2"/>
              </a:buClr>
              <a:tabLst/>
              <a:defRPr/>
            </a:lvl4pPr>
            <a:lvl5pPr marL="1949450" indent="-120650">
              <a:buClr>
                <a:schemeClr val="accent2"/>
              </a:buCl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Corner Shield Image">
            <a:extLst>
              <a:ext uri="{FF2B5EF4-FFF2-40B4-BE49-F238E27FC236}">
                <a16:creationId xmlns:a16="http://schemas.microsoft.com/office/drawing/2014/main" id="{C3CF1DA0-74A3-50B8-BF48-9D8DDCCB51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780445" y="3993267"/>
            <a:ext cx="2411555" cy="2864733"/>
          </a:xfrm>
          <a:prstGeom prst="rect">
            <a:avLst/>
          </a:prstGeom>
        </p:spPr>
      </p:pic>
      <p:pic>
        <p:nvPicPr>
          <p:cNvPr id="9" name="psu mark">
            <a:extLst>
              <a:ext uri="{FF2B5EF4-FFF2-40B4-BE49-F238E27FC236}">
                <a16:creationId xmlns:a16="http://schemas.microsoft.com/office/drawing/2014/main" id="{98661177-AA30-A863-0FD7-23CE686A99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1939" b="11939"/>
          <a:stretch/>
        </p:blipFill>
        <p:spPr>
          <a:xfrm>
            <a:off x="8343391" y="5830456"/>
            <a:ext cx="2121409" cy="738915"/>
          </a:xfrm>
          <a:prstGeom prst="rect">
            <a:avLst/>
          </a:prstGeom>
        </p:spPr>
      </p:pic>
      <p:sp>
        <p:nvSpPr>
          <p:cNvPr id="12" name="Slide Number Placeholder 2">
            <a:extLst>
              <a:ext uri="{FF2B5EF4-FFF2-40B4-BE49-F238E27FC236}">
                <a16:creationId xmlns:a16="http://schemas.microsoft.com/office/drawing/2014/main" id="{15A991F1-A2A4-1361-3EBC-74A159F74445}"/>
              </a:ext>
            </a:extLst>
          </p:cNvPr>
          <p:cNvSpPr>
            <a:spLocks noGrp="1" noRot="1" noMove="1" noResize="1" noEditPoints="1" noAdjustHandles="1" noChangeArrowheads="1" noChangeShapeType="1"/>
          </p:cNvSpPr>
          <p:nvPr>
            <p:ph type="sldNum" sz="quarter" idx="11"/>
          </p:nvPr>
        </p:nvSpPr>
        <p:spPr/>
        <p:txBody>
          <a:bodyPr/>
          <a:lstStyle/>
          <a:p>
            <a:fld id="{793608D5-1586-F84E-AC54-632C635393D2}" type="slidenum">
              <a:rPr lang="en-US" smtClean="0"/>
              <a:pPr/>
              <a:t>‹#›</a:t>
            </a:fld>
            <a:endParaRPr lang="en-US"/>
          </a:p>
        </p:txBody>
      </p:sp>
    </p:spTree>
    <p:extLst>
      <p:ext uri="{BB962C8B-B14F-4D97-AF65-F5344CB8AC3E}">
        <p14:creationId xmlns:p14="http://schemas.microsoft.com/office/powerpoint/2010/main" val="2109545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gradFill>
          <a:gsLst>
            <a:gs pos="0">
              <a:srgbClr val="002060"/>
            </a:gs>
            <a:gs pos="86000">
              <a:srgbClr val="001E44"/>
            </a:gs>
          </a:gsLst>
          <a:lin ang="2700000" scaled="1"/>
        </a:gradFill>
        <a:effectLst/>
      </p:bgPr>
    </p:bg>
    <p:spTree>
      <p:nvGrpSpPr>
        <p:cNvPr id="1" name=""/>
        <p:cNvGrpSpPr/>
        <p:nvPr/>
      </p:nvGrpSpPr>
      <p:grpSpPr>
        <a:xfrm>
          <a:off x="0" y="0"/>
          <a:ext cx="0" cy="0"/>
          <a:chOff x="0" y="0"/>
          <a:chExt cx="0" cy="0"/>
        </a:xfrm>
      </p:grpSpPr>
      <p:sp>
        <p:nvSpPr>
          <p:cNvPr id="2" name="Section Header">
            <a:extLst>
              <a:ext uri="{FF2B5EF4-FFF2-40B4-BE49-F238E27FC236}">
                <a16:creationId xmlns:a16="http://schemas.microsoft.com/office/drawing/2014/main" id="{ED51F017-07A9-6C4C-D0A2-5A1A64E359D3}"/>
              </a:ext>
            </a:extLst>
          </p:cNvPr>
          <p:cNvSpPr>
            <a:spLocks noGrp="1" noRot="1" noMove="1" noResize="1" noEditPoints="1" noAdjustHandles="1" noChangeArrowheads="1" noChangeShapeType="1"/>
          </p:cNvSpPr>
          <p:nvPr>
            <p:ph type="title" hasCustomPrompt="1"/>
          </p:nvPr>
        </p:nvSpPr>
        <p:spPr>
          <a:xfrm>
            <a:off x="1280160" y="2528668"/>
            <a:ext cx="10515600" cy="784830"/>
          </a:xfrm>
        </p:spPr>
        <p:txBody>
          <a:bodyPr anchor="b" anchorCtr="0">
            <a:spAutoFit/>
          </a:bodyPr>
          <a:lstStyle>
            <a:lvl1pPr fontAlgn="b">
              <a:lnSpc>
                <a:spcPct val="75000"/>
              </a:lnSpc>
              <a:defRPr lang="en-US" sz="6000" b="0" i="0" kern="1200" baseline="0" dirty="0">
                <a:solidFill>
                  <a:schemeClr val="bg1"/>
                </a:solidFill>
                <a:latin typeface="Rockwell" panose="02060603020205020403" pitchFamily="18" charset="77"/>
                <a:ea typeface="Roboto Slab" pitchFamily="2" charset="0"/>
                <a:cs typeface="Roboto Slab" pitchFamily="2" charset="0"/>
              </a:defRPr>
            </a:lvl1pPr>
          </a:lstStyle>
          <a:p>
            <a:r>
              <a:rPr lang="en-US" dirty="0"/>
              <a:t>Section Header</a:t>
            </a:r>
          </a:p>
        </p:txBody>
      </p:sp>
      <p:sp>
        <p:nvSpPr>
          <p:cNvPr id="9" name="Optional body copy">
            <a:extLst>
              <a:ext uri="{FF2B5EF4-FFF2-40B4-BE49-F238E27FC236}">
                <a16:creationId xmlns:a16="http://schemas.microsoft.com/office/drawing/2014/main" id="{1371F1C5-C3F6-31DC-E6E9-453970B77486}"/>
              </a:ext>
            </a:extLst>
          </p:cNvPr>
          <p:cNvSpPr>
            <a:spLocks noGrp="1" noRot="1" noMove="1" noResize="1" noEditPoints="1" noAdjustHandles="1" noChangeArrowheads="1" noChangeShapeType="1"/>
          </p:cNvSpPr>
          <p:nvPr>
            <p:ph type="body" sz="quarter" idx="10" hasCustomPrompt="1"/>
          </p:nvPr>
        </p:nvSpPr>
        <p:spPr>
          <a:xfrm>
            <a:off x="1280160" y="3354485"/>
            <a:ext cx="7442964" cy="424732"/>
          </a:xfrm>
        </p:spPr>
        <p:txBody>
          <a:bodyPr>
            <a:spAutoFit/>
          </a:bodyPr>
          <a:lstStyle>
            <a:lvl1pPr marL="0" indent="0" algn="l" defTabSz="685800" rtl="0" eaLnBrk="1" latinLnBrk="0" hangingPunct="1">
              <a:lnSpc>
                <a:spcPct val="90000"/>
              </a:lnSpc>
              <a:spcBef>
                <a:spcPts val="750"/>
              </a:spcBef>
              <a:buFont typeface="Arial" panose="020B0604020202020204" pitchFamily="34" charset="0"/>
              <a:buNone/>
              <a:defRPr lang="en-US" sz="2400" kern="1200" dirty="0" smtClean="0">
                <a:solidFill>
                  <a:schemeClr val="accent1"/>
                </a:solidFill>
                <a:latin typeface="+mn-lt"/>
                <a:ea typeface="+mn-ea"/>
                <a:cs typeface="+mn-cs"/>
              </a:defRPr>
            </a:lvl1pPr>
          </a:lstStyle>
          <a:p>
            <a:pPr lvl="0"/>
            <a:r>
              <a:rPr lang="en-US" dirty="0"/>
              <a:t>Optional body copy</a:t>
            </a:r>
          </a:p>
        </p:txBody>
      </p:sp>
      <p:pic>
        <p:nvPicPr>
          <p:cNvPr id="3" name="Corner Shield Image">
            <a:extLst>
              <a:ext uri="{FF2B5EF4-FFF2-40B4-BE49-F238E27FC236}">
                <a16:creationId xmlns:a16="http://schemas.microsoft.com/office/drawing/2014/main" id="{F79CD94B-683A-6EF9-0E59-10F7FDBF974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9780445" y="3993267"/>
            <a:ext cx="2411555" cy="2864733"/>
          </a:xfrm>
          <a:prstGeom prst="rect">
            <a:avLst/>
          </a:prstGeom>
        </p:spPr>
      </p:pic>
      <p:pic>
        <p:nvPicPr>
          <p:cNvPr id="8" name="psu mark">
            <a:extLst>
              <a:ext uri="{FF2B5EF4-FFF2-40B4-BE49-F238E27FC236}">
                <a16:creationId xmlns:a16="http://schemas.microsoft.com/office/drawing/2014/main" id="{D6469C06-F6D0-F379-5C62-9BC701B81B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2323" b="12323"/>
          <a:stretch/>
        </p:blipFill>
        <p:spPr>
          <a:xfrm>
            <a:off x="8343391" y="5830456"/>
            <a:ext cx="2121409" cy="738915"/>
          </a:xfrm>
          <a:prstGeom prst="rect">
            <a:avLst/>
          </a:prstGeom>
        </p:spPr>
      </p:pic>
      <p:sp>
        <p:nvSpPr>
          <p:cNvPr id="11" name="Slide Number Placeholder 3">
            <a:extLst>
              <a:ext uri="{FF2B5EF4-FFF2-40B4-BE49-F238E27FC236}">
                <a16:creationId xmlns:a16="http://schemas.microsoft.com/office/drawing/2014/main" id="{455B1A6E-8412-04AE-C1F5-61D5ABFA40F6}"/>
              </a:ext>
            </a:extLst>
          </p:cNvPr>
          <p:cNvSpPr>
            <a:spLocks noGrp="1" noRot="1" noMove="1" noResize="1" noEditPoints="1" noAdjustHandles="1" noChangeArrowheads="1" noChangeShapeType="1"/>
          </p:cNvSpPr>
          <p:nvPr>
            <p:ph type="sldNum" sz="quarter" idx="12"/>
          </p:nvPr>
        </p:nvSpPr>
        <p:spPr/>
        <p:txBody>
          <a:bodyPr/>
          <a:lstStyle/>
          <a:p>
            <a:fld id="{793608D5-1586-F84E-AC54-632C635393D2}" type="slidenum">
              <a:rPr lang="en-US" smtClean="0"/>
              <a:pPr/>
              <a:t>‹#›</a:t>
            </a:fld>
            <a:endParaRPr lang="en-US"/>
          </a:p>
        </p:txBody>
      </p:sp>
    </p:spTree>
    <p:extLst>
      <p:ext uri="{BB962C8B-B14F-4D97-AF65-F5344CB8AC3E}">
        <p14:creationId xmlns:p14="http://schemas.microsoft.com/office/powerpoint/2010/main" val="2230443768"/>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B867689E-0C87-8E15-2658-02B16F033975}"/>
              </a:ext>
            </a:extLst>
          </p:cNvPr>
          <p:cNvSpPr>
            <a:spLocks noGrp="1" noRot="1" noMove="1" noResize="1" noEditPoints="1" noAdjustHandles="1" noChangeArrowheads="1" noChangeShapeType="1"/>
          </p:cNvSpPr>
          <p:nvPr>
            <p:ph type="title"/>
          </p:nvPr>
        </p:nvSpPr>
        <p:spPr>
          <a:xfrm>
            <a:off x="838200" y="365125"/>
            <a:ext cx="10515600" cy="886159"/>
          </a:xfrm>
          <a:prstGeom prst="rect">
            <a:avLst/>
          </a:prstGeom>
        </p:spPr>
        <p:txBody>
          <a:bodyPr/>
          <a:lstStyle/>
          <a:p>
            <a:r>
              <a:rPr lang="en-US"/>
              <a:t>Click to edit Master title style</a:t>
            </a:r>
          </a:p>
        </p:txBody>
      </p:sp>
      <p:sp>
        <p:nvSpPr>
          <p:cNvPr id="8" name="Content Placeholder 2">
            <a:extLst>
              <a:ext uri="{FF2B5EF4-FFF2-40B4-BE49-F238E27FC236}">
                <a16:creationId xmlns:a16="http://schemas.microsoft.com/office/drawing/2014/main" id="{CB9C9D6B-EB83-C858-87BA-84D26638E884}"/>
              </a:ext>
            </a:extLst>
          </p:cNvPr>
          <p:cNvSpPr>
            <a:spLocks noGrp="1" noRot="1" noMove="1" noResize="1" noEditPoints="1" noAdjustHandles="1" noChangeArrowheads="1" noChangeShapeType="1"/>
          </p:cNvSpPr>
          <p:nvPr>
            <p:ph idx="1"/>
          </p:nvPr>
        </p:nvSpPr>
        <p:spPr>
          <a:xfrm>
            <a:off x="838200" y="1250951"/>
            <a:ext cx="5085945" cy="4204452"/>
          </a:xfrm>
        </p:spPr>
        <p:txBody>
          <a:bodyPr/>
          <a:lstStyle>
            <a:lvl1pPr marL="228600" indent="-228600">
              <a:buClr>
                <a:schemeClr val="accent2"/>
              </a:buClr>
              <a:buFont typeface="Wingdings" pitchFamily="2" charset="2"/>
              <a:buChar char="§"/>
              <a:defRPr lang="en-US" sz="2800" kern="1200" dirty="0">
                <a:solidFill>
                  <a:schemeClr val="tx1"/>
                </a:solidFill>
                <a:latin typeface="+mn-lt"/>
                <a:ea typeface="+mn-ea"/>
                <a:cs typeface="+mn-cs"/>
              </a:defRPr>
            </a:lvl1pPr>
            <a:lvl2pPr marL="628650" indent="-171450">
              <a:buClr>
                <a:schemeClr val="accent2"/>
              </a:buClr>
              <a:tabLst/>
              <a:defRPr/>
            </a:lvl2pPr>
            <a:lvl3pPr marL="1035050" indent="-120650">
              <a:buClr>
                <a:schemeClr val="accent2"/>
              </a:buClr>
              <a:tabLst/>
              <a:defRPr/>
            </a:lvl3pPr>
            <a:lvl4pPr marL="1492250" indent="-120650">
              <a:buClr>
                <a:schemeClr val="accent2"/>
              </a:buClr>
              <a:tabLst/>
              <a:defRPr/>
            </a:lvl4pPr>
            <a:lvl5pPr marL="1949450" indent="-120650">
              <a:buClr>
                <a:schemeClr val="accent2"/>
              </a:buCl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Image Placeholder">
            <a:extLst>
              <a:ext uri="{FF2B5EF4-FFF2-40B4-BE49-F238E27FC236}">
                <a16:creationId xmlns:a16="http://schemas.microsoft.com/office/drawing/2014/main" id="{C4DC67E1-6259-0C57-AF9E-AB48FB8AB7A3}"/>
              </a:ext>
            </a:extLst>
          </p:cNvPr>
          <p:cNvSpPr>
            <a:spLocks noGrp="1" noRot="1" noMove="1" noResize="1" noEditPoints="1" noAdjustHandles="1" noChangeArrowheads="1" noChangeShapeType="1"/>
          </p:cNvSpPr>
          <p:nvPr>
            <p:ph type="pic" sz="quarter" idx="10" hasCustomPrompt="1"/>
          </p:nvPr>
        </p:nvSpPr>
        <p:spPr>
          <a:xfrm>
            <a:off x="6049963" y="1250950"/>
            <a:ext cx="5303837" cy="4204453"/>
          </a:xfrm>
          <a:noFill/>
        </p:spPr>
        <p:txBody>
          <a:bodyPr anchor="b" anchorCtr="1"/>
          <a:lstStyle>
            <a:lvl1pPr marL="0" indent="0" algn="ctr" fontAlgn="ctr">
              <a:spcBef>
                <a:spcPts val="2800"/>
              </a:spcBef>
              <a:buNone/>
              <a:defRPr i="1">
                <a:solidFill>
                  <a:schemeClr val="tx1">
                    <a:lumMod val="50000"/>
                    <a:lumOff val="50000"/>
                  </a:schemeClr>
                </a:solidFill>
              </a:defRPr>
            </a:lvl1pPr>
          </a:lstStyle>
          <a:p>
            <a:r>
              <a:rPr lang="en-US" dirty="0"/>
              <a:t>(Click icon to add picture)</a:t>
            </a:r>
          </a:p>
        </p:txBody>
      </p:sp>
      <p:pic>
        <p:nvPicPr>
          <p:cNvPr id="10" name="psu mark">
            <a:extLst>
              <a:ext uri="{FF2B5EF4-FFF2-40B4-BE49-F238E27FC236}">
                <a16:creationId xmlns:a16="http://schemas.microsoft.com/office/drawing/2014/main" id="{3E095005-93B0-D9A5-216F-D42A631279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t="11939" b="11939"/>
          <a:stretch/>
        </p:blipFill>
        <p:spPr>
          <a:xfrm>
            <a:off x="8343391" y="5830456"/>
            <a:ext cx="2121409" cy="738915"/>
          </a:xfrm>
          <a:prstGeom prst="rect">
            <a:avLst/>
          </a:prstGeom>
        </p:spPr>
      </p:pic>
      <p:pic>
        <p:nvPicPr>
          <p:cNvPr id="3" name="Corner Shield Image">
            <a:extLst>
              <a:ext uri="{FF2B5EF4-FFF2-40B4-BE49-F238E27FC236}">
                <a16:creationId xmlns:a16="http://schemas.microsoft.com/office/drawing/2014/main" id="{5C30A1A7-2137-E2B3-4D6F-A8BD72540B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9780445" y="3993267"/>
            <a:ext cx="2411555" cy="2864733"/>
          </a:xfrm>
          <a:prstGeom prst="rect">
            <a:avLst/>
          </a:prstGeom>
        </p:spPr>
      </p:pic>
      <p:sp>
        <p:nvSpPr>
          <p:cNvPr id="12" name="Slide Number Placeholder 4">
            <a:extLst>
              <a:ext uri="{FF2B5EF4-FFF2-40B4-BE49-F238E27FC236}">
                <a16:creationId xmlns:a16="http://schemas.microsoft.com/office/drawing/2014/main" id="{E0790543-8ACA-1DB6-C551-4CAEAE19A3ED}"/>
              </a:ext>
            </a:extLst>
          </p:cNvPr>
          <p:cNvSpPr>
            <a:spLocks noGrp="1" noRot="1" noMove="1" noResize="1" noEditPoints="1" noAdjustHandles="1" noChangeArrowheads="1" noChangeShapeType="1"/>
          </p:cNvSpPr>
          <p:nvPr>
            <p:ph type="sldNum" sz="quarter" idx="12"/>
          </p:nvPr>
        </p:nvSpPr>
        <p:spPr/>
        <p:txBody>
          <a:bodyPr/>
          <a:lstStyle/>
          <a:p>
            <a:fld id="{793608D5-1586-F84E-AC54-632C635393D2}" type="slidenum">
              <a:rPr lang="en-US" smtClean="0"/>
              <a:pPr/>
              <a:t>‹#›</a:t>
            </a:fld>
            <a:endParaRPr lang="en-US"/>
          </a:p>
        </p:txBody>
      </p:sp>
    </p:spTree>
    <p:extLst>
      <p:ext uri="{BB962C8B-B14F-4D97-AF65-F5344CB8AC3E}">
        <p14:creationId xmlns:p14="http://schemas.microsoft.com/office/powerpoint/2010/main" val="252234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5" name="Thank you">
            <a:extLst>
              <a:ext uri="{FF2B5EF4-FFF2-40B4-BE49-F238E27FC236}">
                <a16:creationId xmlns:a16="http://schemas.microsoft.com/office/drawing/2014/main" id="{84CE99D6-8899-B645-F25D-000CF20DD63B}"/>
              </a:ext>
            </a:extLst>
          </p:cNvPr>
          <p:cNvSpPr>
            <a:spLocks noGrp="1" noRot="1" noMove="1" noResize="1" noEditPoints="1" noAdjustHandles="1" noChangeArrowheads="1" noChangeShapeType="1"/>
          </p:cNvSpPr>
          <p:nvPr>
            <p:ph type="title" hasCustomPrompt="1"/>
          </p:nvPr>
        </p:nvSpPr>
        <p:spPr>
          <a:xfrm>
            <a:off x="1280160" y="2528668"/>
            <a:ext cx="7485618" cy="784830"/>
          </a:xfrm>
        </p:spPr>
        <p:txBody>
          <a:bodyPr wrap="square" lIns="91440" anchor="b" anchorCtr="0">
            <a:spAutoFit/>
          </a:bodyPr>
          <a:lstStyle>
            <a:lvl1pPr fontAlgn="b">
              <a:lnSpc>
                <a:spcPct val="75000"/>
              </a:lnSpc>
              <a:defRPr lang="en-US" sz="6000" b="0" i="0" kern="1200" baseline="0" dirty="0">
                <a:solidFill>
                  <a:schemeClr val="accent2"/>
                </a:solidFill>
                <a:latin typeface="Rockwell" panose="02060603020205020403" pitchFamily="18" charset="77"/>
                <a:ea typeface="Roboto Slab" pitchFamily="2" charset="0"/>
                <a:cs typeface="Roboto Slab" pitchFamily="2" charset="0"/>
              </a:defRPr>
            </a:lvl1pPr>
          </a:lstStyle>
          <a:p>
            <a:r>
              <a:rPr lang="en-US" dirty="0"/>
              <a:t>Thank you.</a:t>
            </a:r>
          </a:p>
        </p:txBody>
      </p:sp>
      <p:sp>
        <p:nvSpPr>
          <p:cNvPr id="6" name="Contact information">
            <a:extLst>
              <a:ext uri="{FF2B5EF4-FFF2-40B4-BE49-F238E27FC236}">
                <a16:creationId xmlns:a16="http://schemas.microsoft.com/office/drawing/2014/main" id="{C8587763-AED3-9FA3-765C-D018ECA72B53}"/>
              </a:ext>
            </a:extLst>
          </p:cNvPr>
          <p:cNvSpPr>
            <a:spLocks noGrp="1" noRot="1" noMove="1" noResize="1" noEditPoints="1" noAdjustHandles="1" noChangeArrowheads="1" noChangeShapeType="1"/>
          </p:cNvSpPr>
          <p:nvPr>
            <p:ph type="body" sz="quarter" idx="10" hasCustomPrompt="1"/>
          </p:nvPr>
        </p:nvSpPr>
        <p:spPr>
          <a:xfrm>
            <a:off x="1280160" y="3354485"/>
            <a:ext cx="7442964" cy="424732"/>
          </a:xfrm>
        </p:spPr>
        <p:txBody>
          <a:bodyPr lIns="91440">
            <a:spAutoFit/>
          </a:bodyPr>
          <a:lstStyle>
            <a:lvl1pPr marL="0" indent="0" algn="l" defTabSz="685800" rtl="0" eaLnBrk="1" latinLnBrk="0" hangingPunct="1">
              <a:lnSpc>
                <a:spcPct val="90000"/>
              </a:lnSpc>
              <a:spcBef>
                <a:spcPts val="750"/>
              </a:spcBef>
              <a:buFont typeface="Arial" panose="020B0604020202020204" pitchFamily="34" charset="0"/>
              <a:buNone/>
              <a:defRPr lang="en-US" sz="2400" kern="1200" dirty="0" smtClean="0">
                <a:solidFill>
                  <a:srgbClr val="009CDE"/>
                </a:solidFill>
                <a:latin typeface="+mn-lt"/>
                <a:ea typeface="+mn-ea"/>
                <a:cs typeface="+mn-cs"/>
              </a:defRPr>
            </a:lvl1pPr>
          </a:lstStyle>
          <a:p>
            <a:pPr lvl="0"/>
            <a:r>
              <a:rPr lang="en-US" dirty="0"/>
              <a:t>Contact information</a:t>
            </a:r>
          </a:p>
        </p:txBody>
      </p:sp>
      <p:pic>
        <p:nvPicPr>
          <p:cNvPr id="11" name="psu mark">
            <a:extLst>
              <a:ext uri="{FF2B5EF4-FFF2-40B4-BE49-F238E27FC236}">
                <a16:creationId xmlns:a16="http://schemas.microsoft.com/office/drawing/2014/main" id="{269E7074-6BB5-90D2-78F3-5EFC28B18A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t="11939" b="11939"/>
          <a:stretch/>
        </p:blipFill>
        <p:spPr>
          <a:xfrm>
            <a:off x="1028191" y="4987176"/>
            <a:ext cx="3212577" cy="1118984"/>
          </a:xfrm>
          <a:prstGeom prst="rect">
            <a:avLst/>
          </a:prstGeom>
        </p:spPr>
      </p:pic>
      <p:pic>
        <p:nvPicPr>
          <p:cNvPr id="2" name="Corner Shield Image">
            <a:extLst>
              <a:ext uri="{FF2B5EF4-FFF2-40B4-BE49-F238E27FC236}">
                <a16:creationId xmlns:a16="http://schemas.microsoft.com/office/drawing/2014/main" id="{E5681D4B-1C8D-49DB-908D-BEB6583D74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6515100" y="114300"/>
            <a:ext cx="5676900" cy="6743700"/>
          </a:xfrm>
          <a:prstGeom prst="rect">
            <a:avLst/>
          </a:prstGeom>
        </p:spPr>
      </p:pic>
      <p:sp>
        <p:nvSpPr>
          <p:cNvPr id="13" name="Slide Number Placeholder 5">
            <a:extLst>
              <a:ext uri="{FF2B5EF4-FFF2-40B4-BE49-F238E27FC236}">
                <a16:creationId xmlns:a16="http://schemas.microsoft.com/office/drawing/2014/main" id="{2FBAE165-854E-B03A-D7AF-9765A4CEE16D}"/>
              </a:ext>
            </a:extLst>
          </p:cNvPr>
          <p:cNvSpPr>
            <a:spLocks noGrp="1" noRot="1" noMove="1" noResize="1" noEditPoints="1" noAdjustHandles="1" noChangeArrowheads="1" noChangeShapeType="1"/>
          </p:cNvSpPr>
          <p:nvPr>
            <p:ph type="sldNum" sz="quarter" idx="12"/>
          </p:nvPr>
        </p:nvSpPr>
        <p:spPr/>
        <p:txBody>
          <a:bodyPr/>
          <a:lstStyle/>
          <a:p>
            <a:fld id="{793608D5-1586-F84E-AC54-632C635393D2}" type="slidenum">
              <a:rPr lang="en-US" smtClean="0"/>
              <a:pPr/>
              <a:t>‹#›</a:t>
            </a:fld>
            <a:endParaRPr lang="en-US"/>
          </a:p>
        </p:txBody>
      </p:sp>
    </p:spTree>
    <p:extLst>
      <p:ext uri="{BB962C8B-B14F-4D97-AF65-F5344CB8AC3E}">
        <p14:creationId xmlns:p14="http://schemas.microsoft.com/office/powerpoint/2010/main" val="2606446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Content Photo 6">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88136" y="6453002"/>
            <a:ext cx="1005840" cy="365125"/>
          </a:xfrm>
        </p:spPr>
        <p:txBody>
          <a:bodyPr/>
          <a:lstStyle/>
          <a:p>
            <a:fld id="{41D22668-A3AE-429F-A351-A1583BA90793}" type="datetime1">
              <a:rPr lang="en-US" smtClean="0"/>
              <a:t>9/30/2025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364F26EF-3B60-EBB9-D4CC-E416D4E0BCCE}"/>
              </a:ext>
            </a:extLst>
          </p:cNvPr>
          <p:cNvCxnSpPr>
            <a:cxnSpLocks/>
          </p:cNvCxnSpPr>
          <p:nvPr userDrawn="1"/>
        </p:nvCxnSpPr>
        <p:spPr>
          <a:xfrm>
            <a:off x="0"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36"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48640"/>
            <a:ext cx="4361688" cy="1527048"/>
          </a:xfrm>
        </p:spPr>
        <p:txBody>
          <a:bodyPr anchor="t" anchorCtr="0">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18609751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A5E7B941-CE32-1D43-B287-BCB25BBF8FE2}"/>
              </a:ext>
            </a:extLst>
          </p:cNvPr>
          <p:cNvSpPr>
            <a:spLocks noGrp="1" noRot="1" noMove="1" noResize="1" noEditPoints="1" noAdjustHandles="1" noChangeArrowheads="1" noChangeShapeType="1"/>
          </p:cNvSpPr>
          <p:nvPr>
            <p:ph type="title"/>
          </p:nvPr>
        </p:nvSpPr>
        <p:spPr>
          <a:xfrm>
            <a:off x="838200" y="365126"/>
            <a:ext cx="10515600" cy="75381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a:extLst>
              <a:ext uri="{FF2B5EF4-FFF2-40B4-BE49-F238E27FC236}">
                <a16:creationId xmlns:a16="http://schemas.microsoft.com/office/drawing/2014/main" id="{3AF0656E-DA2F-C14C-BF10-2FC3587B408B}"/>
              </a:ext>
            </a:extLst>
          </p:cNvPr>
          <p:cNvSpPr>
            <a:spLocks noGrp="1" noRot="1" noMove="1" noResize="1" noEditPoints="1" noAdjustHandles="1" noChangeArrowheads="1" noChangeShapeType="1"/>
          </p:cNvSpPr>
          <p:nvPr>
            <p:ph type="body" idx="1"/>
          </p:nvPr>
        </p:nvSpPr>
        <p:spPr>
          <a:xfrm>
            <a:off x="838200" y="1251284"/>
            <a:ext cx="10515600" cy="49256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a:extLst>
              <a:ext uri="{FF2B5EF4-FFF2-40B4-BE49-F238E27FC236}">
                <a16:creationId xmlns:a16="http://schemas.microsoft.com/office/drawing/2014/main" id="{0A8FB257-F417-C06C-62B6-BE5F22AA8C32}"/>
              </a:ext>
            </a:extLst>
          </p:cNvPr>
          <p:cNvSpPr>
            <a:spLocks noGrp="1" noRot="1" noMove="1" noResize="1" noEditPoints="1" noAdjustHandles="1" noChangeArrowheads="1" noChangeShapeType="1"/>
          </p:cNvSpPr>
          <p:nvPr>
            <p:ph type="sldNum" sz="quarter" idx="4"/>
          </p:nvPr>
        </p:nvSpPr>
        <p:spPr>
          <a:xfrm>
            <a:off x="9291320" y="6356350"/>
            <a:ext cx="2743200" cy="365125"/>
          </a:xfrm>
          <a:prstGeom prst="rect">
            <a:avLst/>
          </a:prstGeom>
        </p:spPr>
        <p:txBody>
          <a:bodyPr vert="horz" lIns="91440" tIns="45720" rIns="91440" bIns="45720" rtlCol="0" anchor="ctr"/>
          <a:lstStyle>
            <a:lvl1pPr algn="r">
              <a:defRPr sz="1600" b="1">
                <a:solidFill>
                  <a:schemeClr val="bg2"/>
                </a:solidFill>
              </a:defRPr>
            </a:lvl1pPr>
          </a:lstStyle>
          <a:p>
            <a:fld id="{793608D5-1586-F84E-AC54-632C635393D2}" type="slidenum">
              <a:rPr lang="en-US" smtClean="0"/>
              <a:pPr/>
              <a:t>‹#›</a:t>
            </a:fld>
            <a:endParaRPr lang="en-US"/>
          </a:p>
        </p:txBody>
      </p:sp>
    </p:spTree>
    <p:extLst>
      <p:ext uri="{BB962C8B-B14F-4D97-AF65-F5344CB8AC3E}">
        <p14:creationId xmlns:p14="http://schemas.microsoft.com/office/powerpoint/2010/main" val="353785098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Lst>
  <p:hf hdr="0" ftr="0" dt="0"/>
  <p:txStyles>
    <p:titleStyle>
      <a:lvl1pPr algn="l" defTabSz="914400" rtl="0" eaLnBrk="1" latinLnBrk="0" hangingPunct="1">
        <a:lnSpc>
          <a:spcPct val="90000"/>
        </a:lnSpc>
        <a:spcBef>
          <a:spcPct val="0"/>
        </a:spcBef>
        <a:buNone/>
        <a:defRPr sz="3800" kern="120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itchFamily="2" charset="2"/>
        <a:buChar char="§"/>
        <a:defRPr sz="2800" kern="1200">
          <a:solidFill>
            <a:schemeClr val="tx1"/>
          </a:solidFill>
          <a:latin typeface="+mn-lt"/>
          <a:ea typeface="+mn-ea"/>
          <a:cs typeface="+mn-cs"/>
        </a:defRPr>
      </a:lvl1pPr>
      <a:lvl2pPr marL="633413" indent="-176213" algn="l" defTabSz="914400" rtl="0" eaLnBrk="1" latinLnBrk="0" hangingPunct="1">
        <a:lnSpc>
          <a:spcPct val="90000"/>
        </a:lnSpc>
        <a:spcBef>
          <a:spcPts val="500"/>
        </a:spcBef>
        <a:buClr>
          <a:schemeClr val="accent2"/>
        </a:buClr>
        <a:buFont typeface="Arial" panose="020B0604020202020204" pitchFamily="34" charset="0"/>
        <a:buChar char="•"/>
        <a:tabLst/>
        <a:defRPr sz="2400" kern="1200">
          <a:solidFill>
            <a:schemeClr val="tx1"/>
          </a:solidFill>
          <a:latin typeface="+mn-lt"/>
          <a:ea typeface="+mn-ea"/>
          <a:cs typeface="+mn-cs"/>
        </a:defRPr>
      </a:lvl2pPr>
      <a:lvl3pPr marL="1087438" indent="-173038" algn="l" defTabSz="914400" rtl="0" eaLnBrk="1" latinLnBrk="0" hangingPunct="1">
        <a:lnSpc>
          <a:spcPct val="90000"/>
        </a:lnSpc>
        <a:spcBef>
          <a:spcPts val="500"/>
        </a:spcBef>
        <a:buClr>
          <a:schemeClr val="accent2"/>
        </a:buClr>
        <a:buFont typeface="Arial" panose="020B0604020202020204" pitchFamily="34" charset="0"/>
        <a:buChar char="•"/>
        <a:tabLst/>
        <a:defRPr sz="2000" kern="1200">
          <a:solidFill>
            <a:schemeClr val="tx1"/>
          </a:solidFill>
          <a:latin typeface="+mn-lt"/>
          <a:ea typeface="+mn-ea"/>
          <a:cs typeface="+mn-cs"/>
        </a:defRPr>
      </a:lvl3pPr>
      <a:lvl4pPr marL="1495425" indent="-123825"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1"/>
          </a:solidFill>
          <a:latin typeface="+mn-lt"/>
          <a:ea typeface="+mn-ea"/>
          <a:cs typeface="+mn-cs"/>
        </a:defRPr>
      </a:lvl4pPr>
      <a:lvl5pPr marL="1949450" indent="-120650" algn="l" defTabSz="914400" rtl="0" eaLnBrk="1" latinLnBrk="0" hangingPunct="1">
        <a:lnSpc>
          <a:spcPct val="90000"/>
        </a:lnSpc>
        <a:spcBef>
          <a:spcPts val="500"/>
        </a:spcBef>
        <a:buClr>
          <a:schemeClr val="accent2"/>
        </a:buClr>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ocker.com/"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51.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5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541.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561.png"/><Relationship Id="rId4" Type="http://schemas.openxmlformats.org/officeDocument/2006/relationships/image" Target="../media/image53.png"/><Relationship Id="rId9" Type="http://schemas.openxmlformats.org/officeDocument/2006/relationships/customXml" Target="../ink/ink4.xml"/></Relationships>
</file>

<file path=ppt/slides/_rels/slide2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customXml" Target="../ink/ink6.xml"/><Relationship Id="rId7" Type="http://schemas.openxmlformats.org/officeDocument/2006/relationships/customXml" Target="../ink/ink8.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customXml" Target="../ink/ink7.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540.png"/><Relationship Id="rId11" Type="http://schemas.openxmlformats.org/officeDocument/2006/relationships/image" Target="../media/image17.png"/><Relationship Id="rId5" Type="http://schemas.openxmlformats.org/officeDocument/2006/relationships/customXml" Target="../ink/ink10.xml"/><Relationship Id="rId10" Type="http://schemas.openxmlformats.org/officeDocument/2006/relationships/image" Target="../media/image560.png"/><Relationship Id="rId4" Type="http://schemas.openxmlformats.org/officeDocument/2006/relationships/image" Target="../media/image530.png"/><Relationship Id="rId9" Type="http://schemas.openxmlformats.org/officeDocument/2006/relationships/customXml" Target="../ink/ink1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evelopers.facebook.com/"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75.png"/><Relationship Id="rId3" Type="http://schemas.openxmlformats.org/officeDocument/2006/relationships/image" Target="../media/image30.png"/><Relationship Id="rId7" Type="http://schemas.openxmlformats.org/officeDocument/2006/relationships/image" Target="../media/image72.png"/><Relationship Id="rId12" Type="http://schemas.openxmlformats.org/officeDocument/2006/relationships/customXml" Target="../ink/ink17.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media/image74.png"/><Relationship Id="rId5" Type="http://schemas.openxmlformats.org/officeDocument/2006/relationships/image" Target="../media/image71.png"/><Relationship Id="rId15" Type="http://schemas.openxmlformats.org/officeDocument/2006/relationships/image" Target="../media/image760.png"/><Relationship Id="rId10" Type="http://schemas.openxmlformats.org/officeDocument/2006/relationships/customXml" Target="../ink/ink16.xml"/><Relationship Id="rId4" Type="http://schemas.openxmlformats.org/officeDocument/2006/relationships/customXml" Target="../ink/ink13.xml"/><Relationship Id="rId9" Type="http://schemas.openxmlformats.org/officeDocument/2006/relationships/image" Target="../media/image73.png"/><Relationship Id="rId14" Type="http://schemas.openxmlformats.org/officeDocument/2006/relationships/customXml" Target="../ink/ink18.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customXml" Target="../ink/ink24.xml"/><Relationship Id="rId3" Type="http://schemas.openxmlformats.org/officeDocument/2006/relationships/customXml" Target="../ink/ink19.xml"/><Relationship Id="rId7" Type="http://schemas.openxmlformats.org/officeDocument/2006/relationships/customXml" Target="../ink/ink21.xml"/><Relationship Id="rId12" Type="http://schemas.openxmlformats.org/officeDocument/2006/relationships/image" Target="../media/image8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customXml" Target="../ink/ink23.xml"/><Relationship Id="rId5" Type="http://schemas.openxmlformats.org/officeDocument/2006/relationships/customXml" Target="../ink/ink20.xml"/><Relationship Id="rId10" Type="http://schemas.openxmlformats.org/officeDocument/2006/relationships/image" Target="../media/image82.png"/><Relationship Id="rId4" Type="http://schemas.openxmlformats.org/officeDocument/2006/relationships/image" Target="../media/image790.png"/><Relationship Id="rId9" Type="http://schemas.openxmlformats.org/officeDocument/2006/relationships/customXml" Target="../ink/ink22.xml"/><Relationship Id="rId14" Type="http://schemas.openxmlformats.org/officeDocument/2006/relationships/image" Target="../media/image84.png"/></Relationships>
</file>

<file path=ppt/slides/_rels/slide4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customXml" Target="../ink/ink30.xml"/><Relationship Id="rId3" Type="http://schemas.openxmlformats.org/officeDocument/2006/relationships/customXml" Target="../ink/ink25.xml"/><Relationship Id="rId7" Type="http://schemas.openxmlformats.org/officeDocument/2006/relationships/customXml" Target="../ink/ink27.xml"/><Relationship Id="rId12" Type="http://schemas.openxmlformats.org/officeDocument/2006/relationships/image" Target="../media/image89.pn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customXml" Target="../ink/ink29.xml"/><Relationship Id="rId5" Type="http://schemas.openxmlformats.org/officeDocument/2006/relationships/customXml" Target="../ink/ink26.xml"/><Relationship Id="rId10" Type="http://schemas.openxmlformats.org/officeDocument/2006/relationships/image" Target="../media/image88.png"/><Relationship Id="rId4" Type="http://schemas.openxmlformats.org/officeDocument/2006/relationships/image" Target="../media/image85.png"/><Relationship Id="rId9" Type="http://schemas.openxmlformats.org/officeDocument/2006/relationships/customXml" Target="../ink/ink28.xml"/><Relationship Id="rId14" Type="http://schemas.openxmlformats.org/officeDocument/2006/relationships/image" Target="../media/image90.png"/></Relationships>
</file>

<file path=ppt/slides/_rels/slide4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customXml" Target="../ink/ink31.xml"/></Relationships>
</file>

<file path=ppt/slides/_rels/slide50.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customXml" Target="../ink/ink37.xml"/><Relationship Id="rId3" Type="http://schemas.openxmlformats.org/officeDocument/2006/relationships/image" Target="../media/image94.png"/><Relationship Id="rId7" Type="http://schemas.openxmlformats.org/officeDocument/2006/relationships/customXml" Target="../ink/ink34.xml"/><Relationship Id="rId12" Type="http://schemas.openxmlformats.org/officeDocument/2006/relationships/image" Target="../media/image99.png"/><Relationship Id="rId2" Type="http://schemas.openxmlformats.org/officeDocument/2006/relationships/customXml" Target="../ink/ink32.xml"/><Relationship Id="rId16"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customXml" Target="../ink/ink36.xml"/><Relationship Id="rId5" Type="http://schemas.openxmlformats.org/officeDocument/2006/relationships/customXml" Target="../ink/ink33.xml"/><Relationship Id="rId15" Type="http://schemas.openxmlformats.org/officeDocument/2006/relationships/customXml" Target="../ink/ink38.xml"/><Relationship Id="rId10" Type="http://schemas.openxmlformats.org/officeDocument/2006/relationships/image" Target="../media/image98.png"/><Relationship Id="rId4" Type="http://schemas.openxmlformats.org/officeDocument/2006/relationships/image" Target="../media/image38.jpeg"/><Relationship Id="rId9" Type="http://schemas.openxmlformats.org/officeDocument/2006/relationships/customXml" Target="../ink/ink35.xml"/><Relationship Id="rId14" Type="http://schemas.openxmlformats.org/officeDocument/2006/relationships/image" Target="../media/image100.png"/></Relationships>
</file>

<file path=ppt/slides/_rels/slide51.xml.rels><?xml version="1.0" encoding="UTF-8" standalone="yes"?>
<Relationships xmlns="http://schemas.openxmlformats.org/package/2006/relationships"><Relationship Id="rId8" Type="http://schemas.openxmlformats.org/officeDocument/2006/relationships/customXml" Target="../ink/ink41.xml"/><Relationship Id="rId13" Type="http://schemas.openxmlformats.org/officeDocument/2006/relationships/image" Target="../media/image105.png"/><Relationship Id="rId3" Type="http://schemas.openxmlformats.org/officeDocument/2006/relationships/image" Target="../media/image40.jpeg"/><Relationship Id="rId7" Type="http://schemas.openxmlformats.org/officeDocument/2006/relationships/image" Target="../media/image95.png"/><Relationship Id="rId12" Type="http://schemas.openxmlformats.org/officeDocument/2006/relationships/customXml" Target="../ink/ink43.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customXml" Target="../ink/ink40.xml"/><Relationship Id="rId11" Type="http://schemas.openxmlformats.org/officeDocument/2006/relationships/image" Target="../media/image103.png"/><Relationship Id="rId5" Type="http://schemas.openxmlformats.org/officeDocument/2006/relationships/image" Target="../media/image104.png"/><Relationship Id="rId15" Type="http://schemas.openxmlformats.org/officeDocument/2006/relationships/image" Target="../media/image106.png"/><Relationship Id="rId10" Type="http://schemas.openxmlformats.org/officeDocument/2006/relationships/customXml" Target="../ink/ink42.xml"/><Relationship Id="rId4" Type="http://schemas.openxmlformats.org/officeDocument/2006/relationships/customXml" Target="../ink/ink39.xml"/><Relationship Id="rId9" Type="http://schemas.openxmlformats.org/officeDocument/2006/relationships/image" Target="../media/image102.png"/><Relationship Id="rId14" Type="http://schemas.openxmlformats.org/officeDocument/2006/relationships/customXml" Target="../ink/ink44.xml"/></Relationships>
</file>

<file path=ppt/slides/_rels/slide5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4.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customXml" Target="../ink/ink45.xml"/><Relationship Id="rId7" Type="http://schemas.openxmlformats.org/officeDocument/2006/relationships/customXml" Target="../ink/ink47.xml"/><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customXml" Target="../ink/ink46.xml"/><Relationship Id="rId4" Type="http://schemas.openxmlformats.org/officeDocument/2006/relationships/image" Target="../media/image109.png"/></Relationships>
</file>

<file path=ppt/slides/_rels/slide55.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customXml" Target="../ink/ink48.xml"/><Relationship Id="rId7" Type="http://schemas.openxmlformats.org/officeDocument/2006/relationships/customXml" Target="../ink/ink50.xml"/><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customXml" Target="../ink/ink49.xml"/><Relationship Id="rId4" Type="http://schemas.openxmlformats.org/officeDocument/2006/relationships/image" Target="../media/image113.png"/></Relationships>
</file>

<file path=ppt/slides/_rels/slide5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customXml" Target="../ink/ink53.xml"/><Relationship Id="rId13" Type="http://schemas.openxmlformats.org/officeDocument/2006/relationships/image" Target="../media/image122.png"/><Relationship Id="rId3" Type="http://schemas.openxmlformats.org/officeDocument/2006/relationships/image" Target="../media/image45.jpeg"/><Relationship Id="rId7" Type="http://schemas.openxmlformats.org/officeDocument/2006/relationships/image" Target="../media/image119.png"/><Relationship Id="rId12" Type="http://schemas.openxmlformats.org/officeDocument/2006/relationships/customXml" Target="../ink/ink5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52.xml"/><Relationship Id="rId11" Type="http://schemas.openxmlformats.org/officeDocument/2006/relationships/image" Target="../media/image121.png"/><Relationship Id="rId5" Type="http://schemas.openxmlformats.org/officeDocument/2006/relationships/image" Target="../media/image118.png"/><Relationship Id="rId15" Type="http://schemas.openxmlformats.org/officeDocument/2006/relationships/image" Target="../media/image123.png"/><Relationship Id="rId10" Type="http://schemas.openxmlformats.org/officeDocument/2006/relationships/customXml" Target="../ink/ink54.xml"/><Relationship Id="rId4" Type="http://schemas.openxmlformats.org/officeDocument/2006/relationships/customXml" Target="../ink/ink51.xml"/><Relationship Id="rId9" Type="http://schemas.openxmlformats.org/officeDocument/2006/relationships/image" Target="../media/image120.png"/><Relationship Id="rId14" Type="http://schemas.openxmlformats.org/officeDocument/2006/relationships/customXml" Target="../ink/ink56.xml"/></Relationships>
</file>

<file path=ppt/slides/_rels/slide58.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customXml" Target="../ink/ink57.xml"/><Relationship Id="rId7" Type="http://schemas.openxmlformats.org/officeDocument/2006/relationships/customXml" Target="../ink/ink59.xml"/><Relationship Id="rId2" Type="http://schemas.openxmlformats.org/officeDocument/2006/relationships/image" Target="../media/image46.jpeg"/><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customXml" Target="../ink/ink58.xml"/><Relationship Id="rId10" Type="http://schemas.openxmlformats.org/officeDocument/2006/relationships/image" Target="../media/image128.png"/><Relationship Id="rId4" Type="http://schemas.openxmlformats.org/officeDocument/2006/relationships/image" Target="../media/image125.png"/><Relationship Id="rId9" Type="http://schemas.openxmlformats.org/officeDocument/2006/relationships/customXml" Target="../ink/ink60.xml"/></Relationships>
</file>

<file path=ppt/slides/_rels/slide59.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customXml" Target="../ink/ink66.xml"/><Relationship Id="rId3" Type="http://schemas.openxmlformats.org/officeDocument/2006/relationships/customXml" Target="../ink/ink61.xml"/><Relationship Id="rId7" Type="http://schemas.openxmlformats.org/officeDocument/2006/relationships/customXml" Target="../ink/ink63.xml"/><Relationship Id="rId12" Type="http://schemas.openxmlformats.org/officeDocument/2006/relationships/image" Target="../media/image134.png"/><Relationship Id="rId2" Type="http://schemas.openxmlformats.org/officeDocument/2006/relationships/image" Target="../media/image47.jpeg"/><Relationship Id="rId16" Type="http://schemas.openxmlformats.org/officeDocument/2006/relationships/image" Target="../media/image136.png"/><Relationship Id="rId1" Type="http://schemas.openxmlformats.org/officeDocument/2006/relationships/slideLayout" Target="../slideLayouts/slideLayout2.xml"/><Relationship Id="rId6" Type="http://schemas.openxmlformats.org/officeDocument/2006/relationships/image" Target="../media/image131.png"/><Relationship Id="rId11" Type="http://schemas.openxmlformats.org/officeDocument/2006/relationships/customXml" Target="../ink/ink65.xml"/><Relationship Id="rId5" Type="http://schemas.openxmlformats.org/officeDocument/2006/relationships/customXml" Target="../ink/ink62.xml"/><Relationship Id="rId15" Type="http://schemas.openxmlformats.org/officeDocument/2006/relationships/customXml" Target="../ink/ink67.xml"/><Relationship Id="rId10" Type="http://schemas.openxmlformats.org/officeDocument/2006/relationships/image" Target="../media/image133.png"/><Relationship Id="rId4" Type="http://schemas.openxmlformats.org/officeDocument/2006/relationships/image" Target="../media/image130.png"/><Relationship Id="rId9" Type="http://schemas.openxmlformats.org/officeDocument/2006/relationships/customXml" Target="../ink/ink64.xml"/><Relationship Id="rId14" Type="http://schemas.openxmlformats.org/officeDocument/2006/relationships/image" Target="../media/image13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esentation Title">
            <a:extLst>
              <a:ext uri="{FF2B5EF4-FFF2-40B4-BE49-F238E27FC236}">
                <a16:creationId xmlns:a16="http://schemas.microsoft.com/office/drawing/2014/main" id="{498AB44B-2337-E2AA-F371-9A5DC6AD8993}"/>
              </a:ext>
            </a:extLst>
          </p:cNvPr>
          <p:cNvSpPr>
            <a:spLocks noGrp="1"/>
          </p:cNvSpPr>
          <p:nvPr>
            <p:ph type="title"/>
          </p:nvPr>
        </p:nvSpPr>
        <p:spPr>
          <a:xfrm>
            <a:off x="764771" y="1205657"/>
            <a:ext cx="10208029" cy="2223343"/>
          </a:xfrm>
        </p:spPr>
        <p:txBody>
          <a:bodyPr/>
          <a:lstStyle/>
          <a:p>
            <a:r>
              <a:rPr lang="en-US" dirty="0"/>
              <a:t>Generative AI: Applications</a:t>
            </a:r>
            <a:br>
              <a:rPr lang="en-US" dirty="0"/>
            </a:br>
            <a:r>
              <a:rPr lang="en-US" dirty="0"/>
              <a:t>To-do-Task: n8n_Solo  </a:t>
            </a:r>
          </a:p>
        </p:txBody>
      </p:sp>
    </p:spTree>
    <p:extLst>
      <p:ext uri="{BB962C8B-B14F-4D97-AF65-F5344CB8AC3E}">
        <p14:creationId xmlns:p14="http://schemas.microsoft.com/office/powerpoint/2010/main" val="2079858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F16E4-4799-9287-FD5C-503D53404389}"/>
              </a:ext>
            </a:extLst>
          </p:cNvPr>
          <p:cNvSpPr>
            <a:spLocks noGrp="1"/>
          </p:cNvSpPr>
          <p:nvPr>
            <p:ph type="title"/>
          </p:nvPr>
        </p:nvSpPr>
        <p:spPr/>
        <p:txBody>
          <a:bodyPr/>
          <a:lstStyle/>
          <a:p>
            <a:r>
              <a:rPr lang="en-US" dirty="0"/>
              <a:t>What is n8n?</a:t>
            </a:r>
          </a:p>
        </p:txBody>
      </p:sp>
      <p:sp>
        <p:nvSpPr>
          <p:cNvPr id="3" name="Content Placeholder 2">
            <a:extLst>
              <a:ext uri="{FF2B5EF4-FFF2-40B4-BE49-F238E27FC236}">
                <a16:creationId xmlns:a16="http://schemas.microsoft.com/office/drawing/2014/main" id="{186B95C8-74F5-3BCF-DA4D-6A75F6EE9900}"/>
              </a:ext>
            </a:extLst>
          </p:cNvPr>
          <p:cNvSpPr>
            <a:spLocks noGrp="1"/>
          </p:cNvSpPr>
          <p:nvPr>
            <p:ph idx="1"/>
          </p:nvPr>
        </p:nvSpPr>
        <p:spPr/>
        <p:txBody>
          <a:bodyPr/>
          <a:lstStyle/>
          <a:p>
            <a:r>
              <a:rPr lang="en-US" dirty="0"/>
              <a:t>n8n is a </a:t>
            </a:r>
            <a:r>
              <a:rPr lang="en-US" b="1" dirty="0"/>
              <a:t>low-code automation tool</a:t>
            </a:r>
            <a:r>
              <a:rPr lang="en-US" dirty="0"/>
              <a:t> that lets you connect APIs, cloud services, and logic without writing full apps.</a:t>
            </a:r>
          </a:p>
          <a:p>
            <a:r>
              <a:rPr lang="en-US" dirty="0"/>
              <a:t>Visual programming (drag &amp; drop logic)</a:t>
            </a:r>
          </a:p>
          <a:p>
            <a:r>
              <a:rPr lang="en-US" dirty="0"/>
              <a:t>Connects to 300+ tools (Google, Slack, OpenAI, etc.)</a:t>
            </a:r>
          </a:p>
          <a:p>
            <a:r>
              <a:rPr lang="en-US" dirty="0"/>
              <a:t>Great for automating multi-step workflows</a:t>
            </a:r>
          </a:p>
          <a:p>
            <a:r>
              <a:rPr lang="en-US" dirty="0"/>
              <a:t>Can run </a:t>
            </a:r>
            <a:r>
              <a:rPr lang="en-US" b="1" dirty="0"/>
              <a:t>locally or in the cloud</a:t>
            </a:r>
          </a:p>
          <a:p>
            <a:r>
              <a:rPr lang="en-US" dirty="0"/>
              <a:t>Free and open source( for a limited time)</a:t>
            </a:r>
          </a:p>
          <a:p>
            <a:r>
              <a:rPr lang="en-US" dirty="0">
                <a:solidFill>
                  <a:srgbClr val="FF0000"/>
                </a:solidFill>
              </a:rPr>
              <a:t>https://cloud.n8n.io</a:t>
            </a:r>
          </a:p>
        </p:txBody>
      </p:sp>
      <p:sp>
        <p:nvSpPr>
          <p:cNvPr id="4" name="Slide Number Placeholder 3">
            <a:extLst>
              <a:ext uri="{FF2B5EF4-FFF2-40B4-BE49-F238E27FC236}">
                <a16:creationId xmlns:a16="http://schemas.microsoft.com/office/drawing/2014/main" id="{A4D1A087-13E4-96BB-C172-4008FE25D549}"/>
              </a:ext>
            </a:extLst>
          </p:cNvPr>
          <p:cNvSpPr>
            <a:spLocks noGrp="1"/>
          </p:cNvSpPr>
          <p:nvPr>
            <p:ph type="sldNum" sz="quarter" idx="11"/>
          </p:nvPr>
        </p:nvSpPr>
        <p:spPr/>
        <p:txBody>
          <a:bodyPr/>
          <a:lstStyle/>
          <a:p>
            <a:fld id="{793608D5-1586-F84E-AC54-632C635393D2}" type="slidenum">
              <a:rPr lang="en-US" smtClean="0"/>
              <a:pPr/>
              <a:t>2</a:t>
            </a:fld>
            <a:endParaRPr lang="en-US"/>
          </a:p>
        </p:txBody>
      </p:sp>
    </p:spTree>
    <p:extLst>
      <p:ext uri="{BB962C8B-B14F-4D97-AF65-F5344CB8AC3E}">
        <p14:creationId xmlns:p14="http://schemas.microsoft.com/office/powerpoint/2010/main" val="3947238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B0778-B450-49D5-4156-7515AAC762C0}"/>
              </a:ext>
            </a:extLst>
          </p:cNvPr>
          <p:cNvSpPr>
            <a:spLocks noGrp="1"/>
          </p:cNvSpPr>
          <p:nvPr>
            <p:ph type="title"/>
          </p:nvPr>
        </p:nvSpPr>
        <p:spPr/>
        <p:txBody>
          <a:bodyPr/>
          <a:lstStyle/>
          <a:p>
            <a:r>
              <a:rPr lang="en-US" dirty="0"/>
              <a:t>What the AI Agent Does</a:t>
            </a:r>
          </a:p>
        </p:txBody>
      </p:sp>
      <p:sp>
        <p:nvSpPr>
          <p:cNvPr id="3" name="Content Placeholder 2">
            <a:extLst>
              <a:ext uri="{FF2B5EF4-FFF2-40B4-BE49-F238E27FC236}">
                <a16:creationId xmlns:a16="http://schemas.microsoft.com/office/drawing/2014/main" id="{5167653A-BCFE-EB18-FF9A-AA6EB03BF998}"/>
              </a:ext>
            </a:extLst>
          </p:cNvPr>
          <p:cNvSpPr>
            <a:spLocks noGrp="1"/>
          </p:cNvSpPr>
          <p:nvPr>
            <p:ph idx="1"/>
          </p:nvPr>
        </p:nvSpPr>
        <p:spPr/>
        <p:txBody>
          <a:bodyPr>
            <a:normAutofit/>
          </a:bodyPr>
          <a:lstStyle/>
          <a:p>
            <a:r>
              <a:rPr lang="en-US" dirty="0"/>
              <a:t>Automate onboarding of new clients across platforms.</a:t>
            </a:r>
          </a:p>
          <a:p>
            <a:r>
              <a:rPr lang="en-US" dirty="0"/>
              <a:t>When a form is submitted:</a:t>
            </a:r>
          </a:p>
          <a:p>
            <a:pPr marL="514350" indent="-514350">
              <a:buAutoNum type="arabicPeriod"/>
            </a:pPr>
            <a:r>
              <a:rPr lang="en-US" sz="1800" dirty="0"/>
              <a:t>A Google Drive folder is created</a:t>
            </a:r>
          </a:p>
          <a:p>
            <a:pPr marL="514350" indent="-514350">
              <a:buAutoNum type="arabicPeriod"/>
            </a:pPr>
            <a:r>
              <a:rPr lang="en-US" sz="1800" dirty="0"/>
              <a:t>A new Slack channel is created</a:t>
            </a:r>
          </a:p>
          <a:p>
            <a:pPr marL="514350" indent="-514350">
              <a:buAutoNum type="arabicPeriod"/>
            </a:pPr>
            <a:r>
              <a:rPr lang="en-US" sz="1800" dirty="0"/>
              <a:t>A </a:t>
            </a:r>
            <a:r>
              <a:rPr lang="en-US" sz="1800" dirty="0" err="1"/>
              <a:t>ClickUp</a:t>
            </a:r>
            <a:r>
              <a:rPr lang="en-US" sz="1800" dirty="0"/>
              <a:t> list is generated</a:t>
            </a:r>
          </a:p>
          <a:p>
            <a:pPr marL="514350" indent="-514350">
              <a:buAutoNum type="arabicPeriod"/>
            </a:pPr>
            <a:r>
              <a:rPr lang="en-US" sz="1800" dirty="0"/>
              <a:t>A welcome email is prepared using OpenAI</a:t>
            </a:r>
          </a:p>
          <a:p>
            <a:pPr marL="514350" indent="-514350">
              <a:buAutoNum type="arabicPeriod"/>
            </a:pPr>
            <a:r>
              <a:rPr lang="en-US" sz="1800" dirty="0"/>
              <a:t>Client receives a Slack message</a:t>
            </a:r>
          </a:p>
          <a:p>
            <a:r>
              <a:rPr lang="en-US" dirty="0"/>
              <a:t>Why this matters:</a:t>
            </a:r>
          </a:p>
          <a:p>
            <a:pPr marL="0" indent="0">
              <a:buNone/>
            </a:pPr>
            <a:r>
              <a:rPr lang="en-US" sz="1800" dirty="0"/>
              <a:t>Saves time, ensures consistency, and gives clients a smooth onboarding experience.</a:t>
            </a:r>
          </a:p>
          <a:p>
            <a:pPr marL="0" indent="0">
              <a:buNone/>
            </a:pPr>
            <a:endParaRPr lang="en-US" dirty="0"/>
          </a:p>
        </p:txBody>
      </p:sp>
      <p:sp>
        <p:nvSpPr>
          <p:cNvPr id="4" name="Slide Number Placeholder 3">
            <a:extLst>
              <a:ext uri="{FF2B5EF4-FFF2-40B4-BE49-F238E27FC236}">
                <a16:creationId xmlns:a16="http://schemas.microsoft.com/office/drawing/2014/main" id="{1EFC444E-57E1-2432-FD4A-2C8A41FAE69B}"/>
              </a:ext>
            </a:extLst>
          </p:cNvPr>
          <p:cNvSpPr>
            <a:spLocks noGrp="1"/>
          </p:cNvSpPr>
          <p:nvPr>
            <p:ph type="sldNum" sz="quarter" idx="11"/>
          </p:nvPr>
        </p:nvSpPr>
        <p:spPr/>
        <p:txBody>
          <a:bodyPr/>
          <a:lstStyle/>
          <a:p>
            <a:fld id="{793608D5-1586-F84E-AC54-632C635393D2}" type="slidenum">
              <a:rPr lang="en-US" smtClean="0"/>
              <a:pPr/>
              <a:t>3</a:t>
            </a:fld>
            <a:endParaRPr lang="en-US"/>
          </a:p>
        </p:txBody>
      </p:sp>
    </p:spTree>
    <p:extLst>
      <p:ext uri="{BB962C8B-B14F-4D97-AF65-F5344CB8AC3E}">
        <p14:creationId xmlns:p14="http://schemas.microsoft.com/office/powerpoint/2010/main" val="3126269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5D48A-FA12-3D74-1D4D-80C6715B0CBC}"/>
              </a:ext>
            </a:extLst>
          </p:cNvPr>
          <p:cNvSpPr>
            <a:spLocks noGrp="1"/>
          </p:cNvSpPr>
          <p:nvPr>
            <p:ph type="title"/>
          </p:nvPr>
        </p:nvSpPr>
        <p:spPr/>
        <p:txBody>
          <a:bodyPr/>
          <a:lstStyle/>
          <a:p>
            <a:r>
              <a:rPr lang="en-US" dirty="0"/>
              <a:t>Tools Integrated in Workflow</a:t>
            </a:r>
          </a:p>
        </p:txBody>
      </p:sp>
      <p:graphicFrame>
        <p:nvGraphicFramePr>
          <p:cNvPr id="5" name="Content Placeholder 4">
            <a:extLst>
              <a:ext uri="{FF2B5EF4-FFF2-40B4-BE49-F238E27FC236}">
                <a16:creationId xmlns:a16="http://schemas.microsoft.com/office/drawing/2014/main" id="{E07B83BE-EE00-1E94-5059-7031B21DE1A2}"/>
              </a:ext>
            </a:extLst>
          </p:cNvPr>
          <p:cNvGraphicFramePr>
            <a:graphicFrameLocks noGrp="1"/>
          </p:cNvGraphicFramePr>
          <p:nvPr>
            <p:ph idx="1"/>
            <p:extLst>
              <p:ext uri="{D42A27DB-BD31-4B8C-83A1-F6EECF244321}">
                <p14:modId xmlns:p14="http://schemas.microsoft.com/office/powerpoint/2010/main" val="1910740737"/>
              </p:ext>
            </p:extLst>
          </p:nvPr>
        </p:nvGraphicFramePr>
        <p:xfrm>
          <a:off x="838200" y="1251284"/>
          <a:ext cx="10515600" cy="4128978"/>
        </p:xfrm>
        <a:graphic>
          <a:graphicData uri="http://schemas.openxmlformats.org/drawingml/2006/table">
            <a:tbl>
              <a:tblPr/>
              <a:tblGrid>
                <a:gridCol w="5257800">
                  <a:extLst>
                    <a:ext uri="{9D8B030D-6E8A-4147-A177-3AD203B41FA5}">
                      <a16:colId xmlns:a16="http://schemas.microsoft.com/office/drawing/2014/main" val="2546366892"/>
                    </a:ext>
                  </a:extLst>
                </a:gridCol>
                <a:gridCol w="5257800">
                  <a:extLst>
                    <a:ext uri="{9D8B030D-6E8A-4147-A177-3AD203B41FA5}">
                      <a16:colId xmlns:a16="http://schemas.microsoft.com/office/drawing/2014/main" val="3652544670"/>
                    </a:ext>
                  </a:extLst>
                </a:gridCol>
              </a:tblGrid>
              <a:tr h="688163">
                <a:tc>
                  <a:txBody>
                    <a:bodyPr/>
                    <a:lstStyle/>
                    <a:p>
                      <a:r>
                        <a:rPr lang="en-US"/>
                        <a:t>Tool</a:t>
                      </a:r>
                    </a:p>
                  </a:txBody>
                  <a:tcPr anchor="ctr">
                    <a:lnL>
                      <a:noFill/>
                    </a:lnL>
                    <a:lnR>
                      <a:noFill/>
                    </a:lnR>
                    <a:lnT>
                      <a:noFill/>
                    </a:lnT>
                    <a:lnB>
                      <a:noFill/>
                    </a:lnB>
                    <a:noFill/>
                  </a:tcPr>
                </a:tc>
                <a:tc>
                  <a:txBody>
                    <a:bodyPr/>
                    <a:lstStyle/>
                    <a:p>
                      <a:r>
                        <a:rPr lang="en-US"/>
                        <a:t>Purpose</a:t>
                      </a:r>
                    </a:p>
                  </a:txBody>
                  <a:tcPr anchor="ctr">
                    <a:lnL>
                      <a:noFill/>
                    </a:lnL>
                    <a:lnR>
                      <a:noFill/>
                    </a:lnR>
                    <a:lnT>
                      <a:noFill/>
                    </a:lnT>
                    <a:lnB>
                      <a:noFill/>
                    </a:lnB>
                    <a:noFill/>
                  </a:tcPr>
                </a:tc>
                <a:extLst>
                  <a:ext uri="{0D108BD9-81ED-4DB2-BD59-A6C34878D82A}">
                    <a16:rowId xmlns:a16="http://schemas.microsoft.com/office/drawing/2014/main" val="3903628609"/>
                  </a:ext>
                </a:extLst>
              </a:tr>
              <a:tr h="688163">
                <a:tc>
                  <a:txBody>
                    <a:bodyPr/>
                    <a:lstStyle/>
                    <a:p>
                      <a:r>
                        <a:rPr lang="en-US" b="1"/>
                        <a:t>n8n</a:t>
                      </a:r>
                      <a:endParaRPr lang="en-US"/>
                    </a:p>
                  </a:txBody>
                  <a:tcPr anchor="ctr">
                    <a:lnL>
                      <a:noFill/>
                    </a:lnL>
                    <a:lnR>
                      <a:noFill/>
                    </a:lnR>
                    <a:lnT>
                      <a:noFill/>
                    </a:lnT>
                    <a:lnB>
                      <a:noFill/>
                    </a:lnB>
                    <a:noFill/>
                  </a:tcPr>
                </a:tc>
                <a:tc>
                  <a:txBody>
                    <a:bodyPr/>
                    <a:lstStyle/>
                    <a:p>
                      <a:r>
                        <a:rPr lang="en-US"/>
                        <a:t>Automates and connects all services visually</a:t>
                      </a:r>
                    </a:p>
                  </a:txBody>
                  <a:tcPr anchor="ctr">
                    <a:lnL>
                      <a:noFill/>
                    </a:lnL>
                    <a:lnR>
                      <a:noFill/>
                    </a:lnR>
                    <a:lnT>
                      <a:noFill/>
                    </a:lnT>
                    <a:lnB>
                      <a:noFill/>
                    </a:lnB>
                    <a:noFill/>
                  </a:tcPr>
                </a:tc>
                <a:extLst>
                  <a:ext uri="{0D108BD9-81ED-4DB2-BD59-A6C34878D82A}">
                    <a16:rowId xmlns:a16="http://schemas.microsoft.com/office/drawing/2014/main" val="4221571531"/>
                  </a:ext>
                </a:extLst>
              </a:tr>
              <a:tr h="688163">
                <a:tc>
                  <a:txBody>
                    <a:bodyPr/>
                    <a:lstStyle/>
                    <a:p>
                      <a:r>
                        <a:rPr lang="en-US" b="1"/>
                        <a:t>Google Drive API</a:t>
                      </a:r>
                      <a:endParaRPr lang="en-US"/>
                    </a:p>
                  </a:txBody>
                  <a:tcPr anchor="ctr">
                    <a:lnL>
                      <a:noFill/>
                    </a:lnL>
                    <a:lnR>
                      <a:noFill/>
                    </a:lnR>
                    <a:lnT>
                      <a:noFill/>
                    </a:lnT>
                    <a:lnB>
                      <a:noFill/>
                    </a:lnB>
                    <a:noFill/>
                  </a:tcPr>
                </a:tc>
                <a:tc>
                  <a:txBody>
                    <a:bodyPr/>
                    <a:lstStyle/>
                    <a:p>
                      <a:r>
                        <a:rPr lang="en-US"/>
                        <a:t>Creates folders for each client</a:t>
                      </a:r>
                    </a:p>
                  </a:txBody>
                  <a:tcPr anchor="ctr">
                    <a:lnL>
                      <a:noFill/>
                    </a:lnL>
                    <a:lnR>
                      <a:noFill/>
                    </a:lnR>
                    <a:lnT>
                      <a:noFill/>
                    </a:lnT>
                    <a:lnB>
                      <a:noFill/>
                    </a:lnB>
                    <a:noFill/>
                  </a:tcPr>
                </a:tc>
                <a:extLst>
                  <a:ext uri="{0D108BD9-81ED-4DB2-BD59-A6C34878D82A}">
                    <a16:rowId xmlns:a16="http://schemas.microsoft.com/office/drawing/2014/main" val="4254557304"/>
                  </a:ext>
                </a:extLst>
              </a:tr>
              <a:tr h="688163">
                <a:tc>
                  <a:txBody>
                    <a:bodyPr/>
                    <a:lstStyle/>
                    <a:p>
                      <a:r>
                        <a:rPr lang="en-US" b="1"/>
                        <a:t>Slack API</a:t>
                      </a:r>
                      <a:endParaRPr lang="en-US"/>
                    </a:p>
                  </a:txBody>
                  <a:tcPr anchor="ctr">
                    <a:lnL>
                      <a:noFill/>
                    </a:lnL>
                    <a:lnR>
                      <a:noFill/>
                    </a:lnR>
                    <a:lnT>
                      <a:noFill/>
                    </a:lnT>
                    <a:lnB>
                      <a:noFill/>
                    </a:lnB>
                    <a:noFill/>
                  </a:tcPr>
                </a:tc>
                <a:tc>
                  <a:txBody>
                    <a:bodyPr/>
                    <a:lstStyle/>
                    <a:p>
                      <a:r>
                        <a:rPr lang="en-US"/>
                        <a:t>Sets up communication channels</a:t>
                      </a:r>
                    </a:p>
                  </a:txBody>
                  <a:tcPr anchor="ctr">
                    <a:lnL>
                      <a:noFill/>
                    </a:lnL>
                    <a:lnR>
                      <a:noFill/>
                    </a:lnR>
                    <a:lnT>
                      <a:noFill/>
                    </a:lnT>
                    <a:lnB>
                      <a:noFill/>
                    </a:lnB>
                    <a:noFill/>
                  </a:tcPr>
                </a:tc>
                <a:extLst>
                  <a:ext uri="{0D108BD9-81ED-4DB2-BD59-A6C34878D82A}">
                    <a16:rowId xmlns:a16="http://schemas.microsoft.com/office/drawing/2014/main" val="2856425352"/>
                  </a:ext>
                </a:extLst>
              </a:tr>
              <a:tr h="688163">
                <a:tc>
                  <a:txBody>
                    <a:bodyPr/>
                    <a:lstStyle/>
                    <a:p>
                      <a:r>
                        <a:rPr lang="en-US" b="1"/>
                        <a:t>ClickUp API</a:t>
                      </a:r>
                      <a:endParaRPr lang="en-US"/>
                    </a:p>
                  </a:txBody>
                  <a:tcPr anchor="ctr">
                    <a:lnL>
                      <a:noFill/>
                    </a:lnL>
                    <a:lnR>
                      <a:noFill/>
                    </a:lnR>
                    <a:lnT>
                      <a:noFill/>
                    </a:lnT>
                    <a:lnB>
                      <a:noFill/>
                    </a:lnB>
                    <a:noFill/>
                  </a:tcPr>
                </a:tc>
                <a:tc>
                  <a:txBody>
                    <a:bodyPr/>
                    <a:lstStyle/>
                    <a:p>
                      <a:r>
                        <a:rPr lang="en-US"/>
                        <a:t>Adds tasks for onboarding</a:t>
                      </a:r>
                    </a:p>
                  </a:txBody>
                  <a:tcPr anchor="ctr">
                    <a:lnL>
                      <a:noFill/>
                    </a:lnL>
                    <a:lnR>
                      <a:noFill/>
                    </a:lnR>
                    <a:lnT>
                      <a:noFill/>
                    </a:lnT>
                    <a:lnB>
                      <a:noFill/>
                    </a:lnB>
                    <a:noFill/>
                  </a:tcPr>
                </a:tc>
                <a:extLst>
                  <a:ext uri="{0D108BD9-81ED-4DB2-BD59-A6C34878D82A}">
                    <a16:rowId xmlns:a16="http://schemas.microsoft.com/office/drawing/2014/main" val="1998679988"/>
                  </a:ext>
                </a:extLst>
              </a:tr>
              <a:tr h="688163">
                <a:tc>
                  <a:txBody>
                    <a:bodyPr/>
                    <a:lstStyle/>
                    <a:p>
                      <a:r>
                        <a:rPr lang="en-US" b="1"/>
                        <a:t>OpenAI (GPT)</a:t>
                      </a:r>
                      <a:endParaRPr lang="en-US"/>
                    </a:p>
                  </a:txBody>
                  <a:tcPr anchor="ctr">
                    <a:lnL>
                      <a:noFill/>
                    </a:lnL>
                    <a:lnR>
                      <a:noFill/>
                    </a:lnR>
                    <a:lnT>
                      <a:noFill/>
                    </a:lnT>
                    <a:lnB>
                      <a:noFill/>
                    </a:lnB>
                    <a:noFill/>
                  </a:tcPr>
                </a:tc>
                <a:tc>
                  <a:txBody>
                    <a:bodyPr/>
                    <a:lstStyle/>
                    <a:p>
                      <a:r>
                        <a:rPr lang="en-US" dirty="0"/>
                        <a:t>Writes welcome message content</a:t>
                      </a:r>
                    </a:p>
                  </a:txBody>
                  <a:tcPr anchor="ctr">
                    <a:lnL>
                      <a:noFill/>
                    </a:lnL>
                    <a:lnR>
                      <a:noFill/>
                    </a:lnR>
                    <a:lnT>
                      <a:noFill/>
                    </a:lnT>
                    <a:lnB>
                      <a:noFill/>
                    </a:lnB>
                    <a:noFill/>
                  </a:tcPr>
                </a:tc>
                <a:extLst>
                  <a:ext uri="{0D108BD9-81ED-4DB2-BD59-A6C34878D82A}">
                    <a16:rowId xmlns:a16="http://schemas.microsoft.com/office/drawing/2014/main" val="1661022285"/>
                  </a:ext>
                </a:extLst>
              </a:tr>
            </a:tbl>
          </a:graphicData>
        </a:graphic>
      </p:graphicFrame>
      <p:sp>
        <p:nvSpPr>
          <p:cNvPr id="4" name="Slide Number Placeholder 3">
            <a:extLst>
              <a:ext uri="{FF2B5EF4-FFF2-40B4-BE49-F238E27FC236}">
                <a16:creationId xmlns:a16="http://schemas.microsoft.com/office/drawing/2014/main" id="{E2A2F855-4C0A-3E12-E517-177F7AD7BE13}"/>
              </a:ext>
            </a:extLst>
          </p:cNvPr>
          <p:cNvSpPr>
            <a:spLocks noGrp="1"/>
          </p:cNvSpPr>
          <p:nvPr>
            <p:ph type="sldNum" sz="quarter" idx="11"/>
          </p:nvPr>
        </p:nvSpPr>
        <p:spPr/>
        <p:txBody>
          <a:bodyPr/>
          <a:lstStyle/>
          <a:p>
            <a:fld id="{793608D5-1586-F84E-AC54-632C635393D2}" type="slidenum">
              <a:rPr lang="en-US" smtClean="0"/>
              <a:pPr/>
              <a:t>4</a:t>
            </a:fld>
            <a:endParaRPr lang="en-US"/>
          </a:p>
        </p:txBody>
      </p:sp>
    </p:spTree>
    <p:extLst>
      <p:ext uri="{BB962C8B-B14F-4D97-AF65-F5344CB8AC3E}">
        <p14:creationId xmlns:p14="http://schemas.microsoft.com/office/powerpoint/2010/main" val="1625162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5658C-3A12-CFE9-BB61-BF520D6A1E5C}"/>
              </a:ext>
            </a:extLst>
          </p:cNvPr>
          <p:cNvSpPr>
            <a:spLocks noGrp="1"/>
          </p:cNvSpPr>
          <p:nvPr>
            <p:ph type="title"/>
          </p:nvPr>
        </p:nvSpPr>
        <p:spPr/>
        <p:txBody>
          <a:bodyPr/>
          <a:lstStyle/>
          <a:p>
            <a:r>
              <a:rPr lang="en-US" dirty="0"/>
              <a:t>Local Setup of n8n</a:t>
            </a:r>
          </a:p>
        </p:txBody>
      </p:sp>
      <p:sp>
        <p:nvSpPr>
          <p:cNvPr id="3" name="Content Placeholder 2">
            <a:extLst>
              <a:ext uri="{FF2B5EF4-FFF2-40B4-BE49-F238E27FC236}">
                <a16:creationId xmlns:a16="http://schemas.microsoft.com/office/drawing/2014/main" id="{775BF279-12C2-E058-395C-3DBE2C772A86}"/>
              </a:ext>
            </a:extLst>
          </p:cNvPr>
          <p:cNvSpPr>
            <a:spLocks noGrp="1"/>
          </p:cNvSpPr>
          <p:nvPr>
            <p:ph idx="1"/>
          </p:nvPr>
        </p:nvSpPr>
        <p:spPr/>
        <p:txBody>
          <a:bodyPr/>
          <a:lstStyle/>
          <a:p>
            <a:pPr marL="514350" indent="-514350">
              <a:buAutoNum type="arabicPeriod"/>
            </a:pPr>
            <a:r>
              <a:rPr lang="en-US" sz="2400" dirty="0"/>
              <a:t>Install Docker</a:t>
            </a:r>
          </a:p>
          <a:p>
            <a:pPr marL="909637" lvl="1" indent="-514350">
              <a:buAutoNum type="alphaLcPeriod"/>
            </a:pPr>
            <a:r>
              <a:rPr lang="en-US" dirty="0"/>
              <a:t>Download from </a:t>
            </a:r>
            <a:r>
              <a:rPr lang="en-US" dirty="0">
                <a:hlinkClick r:id="rId2"/>
              </a:rPr>
              <a:t>https://docker.com</a:t>
            </a:r>
            <a:endParaRPr lang="en-US" dirty="0"/>
          </a:p>
          <a:p>
            <a:pPr marL="909637" lvl="1" indent="-514350">
              <a:buAutoNum type="alphaLcPeriod"/>
            </a:pPr>
            <a:r>
              <a:rPr lang="en-US" dirty="0"/>
              <a:t>Confirm install: docker –version</a:t>
            </a:r>
          </a:p>
          <a:p>
            <a:pPr marL="0" indent="0">
              <a:buNone/>
            </a:pPr>
            <a:r>
              <a:rPr lang="en-US" dirty="0"/>
              <a:t>2. </a:t>
            </a:r>
            <a:r>
              <a:rPr lang="en-US" sz="2400" dirty="0"/>
              <a:t>Create project directory</a:t>
            </a:r>
          </a:p>
          <a:p>
            <a:pPr marL="0" indent="0">
              <a:buNone/>
            </a:pPr>
            <a:r>
              <a:rPr lang="en-US" dirty="0"/>
              <a:t>3. </a:t>
            </a:r>
            <a:r>
              <a:rPr lang="en-US" sz="2400" dirty="0"/>
              <a:t>Create Docker Compose File</a:t>
            </a:r>
          </a:p>
          <a:p>
            <a:pPr marL="0" indent="0">
              <a:buNone/>
            </a:pPr>
            <a:r>
              <a:rPr lang="en-US" sz="2400" dirty="0"/>
              <a:t>Add the following inside</a:t>
            </a:r>
          </a:p>
          <a:p>
            <a:pPr marL="0" indent="0">
              <a:buNone/>
            </a:pPr>
            <a:endParaRPr lang="en-US" dirty="0"/>
          </a:p>
        </p:txBody>
      </p:sp>
      <p:sp>
        <p:nvSpPr>
          <p:cNvPr id="4" name="Slide Number Placeholder 3">
            <a:extLst>
              <a:ext uri="{FF2B5EF4-FFF2-40B4-BE49-F238E27FC236}">
                <a16:creationId xmlns:a16="http://schemas.microsoft.com/office/drawing/2014/main" id="{938E93B2-66D2-9A11-56C1-39474CF5E33C}"/>
              </a:ext>
            </a:extLst>
          </p:cNvPr>
          <p:cNvSpPr>
            <a:spLocks noGrp="1"/>
          </p:cNvSpPr>
          <p:nvPr>
            <p:ph type="sldNum" sz="quarter" idx="11"/>
          </p:nvPr>
        </p:nvSpPr>
        <p:spPr/>
        <p:txBody>
          <a:bodyPr/>
          <a:lstStyle/>
          <a:p>
            <a:fld id="{793608D5-1586-F84E-AC54-632C635393D2}" type="slidenum">
              <a:rPr lang="en-US" smtClean="0"/>
              <a:pPr/>
              <a:t>5</a:t>
            </a:fld>
            <a:endParaRPr lang="en-US"/>
          </a:p>
        </p:txBody>
      </p:sp>
      <p:pic>
        <p:nvPicPr>
          <p:cNvPr id="6" name="Picture 5">
            <a:extLst>
              <a:ext uri="{FF2B5EF4-FFF2-40B4-BE49-F238E27FC236}">
                <a16:creationId xmlns:a16="http://schemas.microsoft.com/office/drawing/2014/main" id="{55200919-FB71-0F4E-F192-97ABCBFB5B02}"/>
              </a:ext>
            </a:extLst>
          </p:cNvPr>
          <p:cNvPicPr>
            <a:picLocks noChangeAspect="1"/>
          </p:cNvPicPr>
          <p:nvPr/>
        </p:nvPicPr>
        <p:blipFill>
          <a:blip r:embed="rId3"/>
          <a:stretch>
            <a:fillRect/>
          </a:stretch>
        </p:blipFill>
        <p:spPr>
          <a:xfrm>
            <a:off x="5169787" y="2943157"/>
            <a:ext cx="3534268" cy="485843"/>
          </a:xfrm>
          <a:prstGeom prst="rect">
            <a:avLst/>
          </a:prstGeom>
        </p:spPr>
      </p:pic>
      <p:pic>
        <p:nvPicPr>
          <p:cNvPr id="8" name="Picture 7">
            <a:extLst>
              <a:ext uri="{FF2B5EF4-FFF2-40B4-BE49-F238E27FC236}">
                <a16:creationId xmlns:a16="http://schemas.microsoft.com/office/drawing/2014/main" id="{92571AA4-8365-FECE-EC2F-54C42F584EDF}"/>
              </a:ext>
            </a:extLst>
          </p:cNvPr>
          <p:cNvPicPr>
            <a:picLocks noChangeAspect="1"/>
          </p:cNvPicPr>
          <p:nvPr/>
        </p:nvPicPr>
        <p:blipFill>
          <a:blip r:embed="rId4"/>
          <a:stretch>
            <a:fillRect/>
          </a:stretch>
        </p:blipFill>
        <p:spPr>
          <a:xfrm>
            <a:off x="5322208" y="3429000"/>
            <a:ext cx="3381847" cy="485843"/>
          </a:xfrm>
          <a:prstGeom prst="rect">
            <a:avLst/>
          </a:prstGeom>
        </p:spPr>
      </p:pic>
      <p:pic>
        <p:nvPicPr>
          <p:cNvPr id="10" name="Picture 9">
            <a:extLst>
              <a:ext uri="{FF2B5EF4-FFF2-40B4-BE49-F238E27FC236}">
                <a16:creationId xmlns:a16="http://schemas.microsoft.com/office/drawing/2014/main" id="{FC9F6353-FA50-EA9D-37BE-3BC3FAD51519}"/>
              </a:ext>
            </a:extLst>
          </p:cNvPr>
          <p:cNvPicPr>
            <a:picLocks noChangeAspect="1"/>
          </p:cNvPicPr>
          <p:nvPr/>
        </p:nvPicPr>
        <p:blipFill>
          <a:blip r:embed="rId5"/>
          <a:stretch>
            <a:fillRect/>
          </a:stretch>
        </p:blipFill>
        <p:spPr>
          <a:xfrm>
            <a:off x="946095" y="4251387"/>
            <a:ext cx="4029637" cy="2191056"/>
          </a:xfrm>
          <a:prstGeom prst="rect">
            <a:avLst/>
          </a:prstGeom>
        </p:spPr>
      </p:pic>
    </p:spTree>
    <p:extLst>
      <p:ext uri="{BB962C8B-B14F-4D97-AF65-F5344CB8AC3E}">
        <p14:creationId xmlns:p14="http://schemas.microsoft.com/office/powerpoint/2010/main" val="874659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9A46-4A79-ABDD-83CF-E0A1D0754F3D}"/>
              </a:ext>
            </a:extLst>
          </p:cNvPr>
          <p:cNvSpPr>
            <a:spLocks noGrp="1"/>
          </p:cNvSpPr>
          <p:nvPr>
            <p:ph type="title"/>
          </p:nvPr>
        </p:nvSpPr>
        <p:spPr/>
        <p:txBody>
          <a:bodyPr/>
          <a:lstStyle/>
          <a:p>
            <a:r>
              <a:rPr lang="en-US" dirty="0"/>
              <a:t>Local Setup of n8n</a:t>
            </a:r>
          </a:p>
        </p:txBody>
      </p:sp>
      <p:sp>
        <p:nvSpPr>
          <p:cNvPr id="3" name="Content Placeholder 2">
            <a:extLst>
              <a:ext uri="{FF2B5EF4-FFF2-40B4-BE49-F238E27FC236}">
                <a16:creationId xmlns:a16="http://schemas.microsoft.com/office/drawing/2014/main" id="{81E2693B-0982-8C0B-203A-D902A8B79F93}"/>
              </a:ext>
            </a:extLst>
          </p:cNvPr>
          <p:cNvSpPr>
            <a:spLocks noGrp="1"/>
          </p:cNvSpPr>
          <p:nvPr>
            <p:ph idx="1"/>
          </p:nvPr>
        </p:nvSpPr>
        <p:spPr/>
        <p:txBody>
          <a:bodyPr/>
          <a:lstStyle/>
          <a:p>
            <a:pPr marL="0" indent="0">
              <a:buNone/>
            </a:pPr>
            <a:r>
              <a:rPr lang="en-US" dirty="0"/>
              <a:t>4. Start n8n</a:t>
            </a:r>
          </a:p>
          <a:p>
            <a:pPr marL="0" indent="0">
              <a:buNone/>
            </a:pPr>
            <a:endParaRPr lang="en-US" dirty="0"/>
          </a:p>
          <a:p>
            <a:pPr marL="0" indent="0">
              <a:buNone/>
            </a:pPr>
            <a:r>
              <a:rPr lang="en-US" dirty="0"/>
              <a:t>5. n8n should now be running at: http://localhost:5678 </a:t>
            </a:r>
          </a:p>
          <a:p>
            <a:pPr marL="0" indent="0">
              <a:buNone/>
            </a:pPr>
            <a:endParaRPr lang="en-US" dirty="0"/>
          </a:p>
        </p:txBody>
      </p:sp>
      <p:sp>
        <p:nvSpPr>
          <p:cNvPr id="4" name="Slide Number Placeholder 3">
            <a:extLst>
              <a:ext uri="{FF2B5EF4-FFF2-40B4-BE49-F238E27FC236}">
                <a16:creationId xmlns:a16="http://schemas.microsoft.com/office/drawing/2014/main" id="{2591E89C-174E-0BF0-2BBB-08B363E1748B}"/>
              </a:ext>
            </a:extLst>
          </p:cNvPr>
          <p:cNvSpPr>
            <a:spLocks noGrp="1"/>
          </p:cNvSpPr>
          <p:nvPr>
            <p:ph type="sldNum" sz="quarter" idx="11"/>
          </p:nvPr>
        </p:nvSpPr>
        <p:spPr/>
        <p:txBody>
          <a:bodyPr/>
          <a:lstStyle/>
          <a:p>
            <a:fld id="{793608D5-1586-F84E-AC54-632C635393D2}" type="slidenum">
              <a:rPr lang="en-US" smtClean="0"/>
              <a:pPr/>
              <a:t>6</a:t>
            </a:fld>
            <a:endParaRPr lang="en-US"/>
          </a:p>
        </p:txBody>
      </p:sp>
      <p:pic>
        <p:nvPicPr>
          <p:cNvPr id="6" name="Picture 5">
            <a:extLst>
              <a:ext uri="{FF2B5EF4-FFF2-40B4-BE49-F238E27FC236}">
                <a16:creationId xmlns:a16="http://schemas.microsoft.com/office/drawing/2014/main" id="{19BBC4FC-21AB-603A-469D-270551DEE191}"/>
              </a:ext>
            </a:extLst>
          </p:cNvPr>
          <p:cNvPicPr>
            <a:picLocks noChangeAspect="1"/>
          </p:cNvPicPr>
          <p:nvPr/>
        </p:nvPicPr>
        <p:blipFill>
          <a:blip r:embed="rId2"/>
          <a:stretch>
            <a:fillRect/>
          </a:stretch>
        </p:blipFill>
        <p:spPr>
          <a:xfrm>
            <a:off x="3542339" y="1234821"/>
            <a:ext cx="4029637" cy="552527"/>
          </a:xfrm>
          <a:prstGeom prst="rect">
            <a:avLst/>
          </a:prstGeom>
        </p:spPr>
      </p:pic>
    </p:spTree>
    <p:extLst>
      <p:ext uri="{BB962C8B-B14F-4D97-AF65-F5344CB8AC3E}">
        <p14:creationId xmlns:p14="http://schemas.microsoft.com/office/powerpoint/2010/main" val="1329731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C02C-BCB5-8F40-4973-A00A3EB33D17}"/>
              </a:ext>
            </a:extLst>
          </p:cNvPr>
          <p:cNvSpPr>
            <a:spLocks noGrp="1"/>
          </p:cNvSpPr>
          <p:nvPr>
            <p:ph type="title"/>
          </p:nvPr>
        </p:nvSpPr>
        <p:spPr>
          <a:xfrm>
            <a:off x="838200" y="365125"/>
            <a:ext cx="10515600" cy="886159"/>
          </a:xfrm>
        </p:spPr>
        <p:txBody>
          <a:bodyPr anchor="ctr">
            <a:normAutofit/>
          </a:bodyPr>
          <a:lstStyle/>
          <a:p>
            <a:r>
              <a:rPr lang="en-US" dirty="0"/>
              <a:t>Workflow Diagram</a:t>
            </a:r>
          </a:p>
        </p:txBody>
      </p:sp>
      <p:pic>
        <p:nvPicPr>
          <p:cNvPr id="6" name="Content Placeholder 5">
            <a:extLst>
              <a:ext uri="{FF2B5EF4-FFF2-40B4-BE49-F238E27FC236}">
                <a16:creationId xmlns:a16="http://schemas.microsoft.com/office/drawing/2014/main" id="{E4D4BAD5-F300-7672-9B24-E71A0730AC36}"/>
              </a:ext>
            </a:extLst>
          </p:cNvPr>
          <p:cNvPicPr>
            <a:picLocks noGrp="1" noChangeAspect="1"/>
          </p:cNvPicPr>
          <p:nvPr>
            <p:ph idx="1"/>
          </p:nvPr>
        </p:nvPicPr>
        <p:blipFill>
          <a:blip r:embed="rId2"/>
          <a:srcRect r="1793" b="1"/>
          <a:stretch>
            <a:fillRect/>
          </a:stretch>
        </p:blipFill>
        <p:spPr>
          <a:xfrm>
            <a:off x="838200" y="1251284"/>
            <a:ext cx="10515600" cy="4095631"/>
          </a:xfrm>
          <a:noFill/>
        </p:spPr>
      </p:pic>
      <p:sp>
        <p:nvSpPr>
          <p:cNvPr id="4" name="Slide Number Placeholder 3">
            <a:extLst>
              <a:ext uri="{FF2B5EF4-FFF2-40B4-BE49-F238E27FC236}">
                <a16:creationId xmlns:a16="http://schemas.microsoft.com/office/drawing/2014/main" id="{71AF19BE-BF3A-354E-1F45-B363012DA66B}"/>
              </a:ext>
            </a:extLst>
          </p:cNvPr>
          <p:cNvSpPr>
            <a:spLocks noGrp="1"/>
          </p:cNvSpPr>
          <p:nvPr>
            <p:ph type="sldNum" sz="quarter" idx="11"/>
          </p:nvPr>
        </p:nvSpPr>
        <p:spPr>
          <a:xfrm>
            <a:off x="9291320" y="6356350"/>
            <a:ext cx="2743200" cy="365125"/>
          </a:xfrm>
        </p:spPr>
        <p:txBody>
          <a:bodyPr anchor="ctr">
            <a:normAutofit/>
          </a:bodyPr>
          <a:lstStyle/>
          <a:p>
            <a:pPr>
              <a:spcAft>
                <a:spcPts val="600"/>
              </a:spcAft>
            </a:pPr>
            <a:fld id="{793608D5-1586-F84E-AC54-632C635393D2}" type="slidenum">
              <a:rPr lang="en-US" smtClean="0"/>
              <a:pPr>
                <a:spcAft>
                  <a:spcPts val="600"/>
                </a:spcAft>
              </a:pPr>
              <a:t>7</a:t>
            </a:fld>
            <a:endParaRPr lang="en-US"/>
          </a:p>
        </p:txBody>
      </p:sp>
    </p:spTree>
    <p:extLst>
      <p:ext uri="{BB962C8B-B14F-4D97-AF65-F5344CB8AC3E}">
        <p14:creationId xmlns:p14="http://schemas.microsoft.com/office/powerpoint/2010/main" val="342488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32832-21C7-1F85-CEAF-901AA0AFF60F}"/>
              </a:ext>
            </a:extLst>
          </p:cNvPr>
          <p:cNvSpPr>
            <a:spLocks noGrp="1"/>
          </p:cNvSpPr>
          <p:nvPr>
            <p:ph type="title"/>
          </p:nvPr>
        </p:nvSpPr>
        <p:spPr/>
        <p:txBody>
          <a:bodyPr/>
          <a:lstStyle/>
          <a:p>
            <a:r>
              <a:rPr lang="en-US" dirty="0"/>
              <a:t>Connecting Google Drive in n8n</a:t>
            </a:r>
          </a:p>
        </p:txBody>
      </p:sp>
      <p:sp>
        <p:nvSpPr>
          <p:cNvPr id="3" name="Content Placeholder 2">
            <a:extLst>
              <a:ext uri="{FF2B5EF4-FFF2-40B4-BE49-F238E27FC236}">
                <a16:creationId xmlns:a16="http://schemas.microsoft.com/office/drawing/2014/main" id="{D3A6F7CF-8313-AB99-C83A-6DD636E7BADE}"/>
              </a:ext>
            </a:extLst>
          </p:cNvPr>
          <p:cNvSpPr>
            <a:spLocks noGrp="1"/>
          </p:cNvSpPr>
          <p:nvPr>
            <p:ph idx="1"/>
          </p:nvPr>
        </p:nvSpPr>
        <p:spPr/>
        <p:txBody>
          <a:bodyPr>
            <a:normAutofit/>
          </a:bodyPr>
          <a:lstStyle/>
          <a:p>
            <a:pPr marL="514350" indent="-514350">
              <a:buAutoNum type="arabicPeriod"/>
            </a:pPr>
            <a:r>
              <a:rPr lang="en-US" sz="2400" dirty="0"/>
              <a:t>In n8n, go to </a:t>
            </a:r>
            <a:r>
              <a:rPr lang="en-US" sz="2400" b="1" dirty="0"/>
              <a:t>Credentials</a:t>
            </a:r>
            <a:r>
              <a:rPr lang="en-US" sz="2400" dirty="0"/>
              <a:t> &gt; New</a:t>
            </a:r>
          </a:p>
          <a:p>
            <a:pPr marL="514350" indent="-514350">
              <a:buAutoNum type="arabicPeriod"/>
            </a:pPr>
            <a:r>
              <a:rPr lang="en-US" sz="2400" dirty="0"/>
              <a:t>Choose </a:t>
            </a:r>
            <a:r>
              <a:rPr lang="en-US" sz="2400" b="1" dirty="0"/>
              <a:t>Google Drive OAuth2 API</a:t>
            </a:r>
          </a:p>
          <a:p>
            <a:pPr marL="514350" indent="-514350">
              <a:buAutoNum type="arabicPeriod"/>
            </a:pPr>
            <a:r>
              <a:rPr lang="en-US" sz="2400" dirty="0"/>
              <a:t>Connect your Google account (make sure to create an “Onboardings” folder first)</a:t>
            </a:r>
          </a:p>
          <a:p>
            <a:pPr marL="514350" indent="-514350">
              <a:buAutoNum type="arabicPeriod"/>
            </a:pPr>
            <a:r>
              <a:rPr lang="en-US" sz="2400" dirty="0"/>
              <a:t>In the workflow, use the </a:t>
            </a:r>
            <a:r>
              <a:rPr lang="en-US" sz="2400" b="1" dirty="0"/>
              <a:t>Google Drive node</a:t>
            </a:r>
            <a:r>
              <a:rPr lang="en-US" sz="2400" dirty="0"/>
              <a:t> to:</a:t>
            </a:r>
            <a:endParaRPr lang="en-US" sz="2400" b="1" dirty="0"/>
          </a:p>
          <a:p>
            <a:pPr marL="909637" lvl="1" indent="-514350">
              <a:buAutoNum type="alphaLcPeriod"/>
            </a:pPr>
            <a:r>
              <a:rPr lang="en-US" sz="2000" dirty="0"/>
              <a:t>Create folder</a:t>
            </a:r>
            <a:endParaRPr lang="en-US" sz="2000" b="1" dirty="0"/>
          </a:p>
          <a:p>
            <a:pPr marL="909637" lvl="1" indent="-514350">
              <a:buAutoNum type="alphaLcPeriod"/>
            </a:pPr>
            <a:r>
              <a:rPr lang="en-US" sz="2000" dirty="0"/>
              <a:t>Set folder name = client’s name or ID</a:t>
            </a:r>
          </a:p>
          <a:p>
            <a:pPr marL="514350" indent="-514350">
              <a:buAutoNum type="arabicPeriod"/>
            </a:pPr>
            <a:r>
              <a:rPr lang="en-US" sz="2400" dirty="0"/>
              <a:t>If “Access Denied”: make sure your OAuth client is set for external use and you’re a test user.</a:t>
            </a:r>
          </a:p>
        </p:txBody>
      </p:sp>
      <p:sp>
        <p:nvSpPr>
          <p:cNvPr id="4" name="Slide Number Placeholder 3">
            <a:extLst>
              <a:ext uri="{FF2B5EF4-FFF2-40B4-BE49-F238E27FC236}">
                <a16:creationId xmlns:a16="http://schemas.microsoft.com/office/drawing/2014/main" id="{533527D4-70F7-57C3-BC21-CB38CB6AFACB}"/>
              </a:ext>
            </a:extLst>
          </p:cNvPr>
          <p:cNvSpPr>
            <a:spLocks noGrp="1"/>
          </p:cNvSpPr>
          <p:nvPr>
            <p:ph type="sldNum" sz="quarter" idx="11"/>
          </p:nvPr>
        </p:nvSpPr>
        <p:spPr/>
        <p:txBody>
          <a:bodyPr/>
          <a:lstStyle/>
          <a:p>
            <a:fld id="{793608D5-1586-F84E-AC54-632C635393D2}" type="slidenum">
              <a:rPr lang="en-US" smtClean="0"/>
              <a:pPr/>
              <a:t>8</a:t>
            </a:fld>
            <a:endParaRPr lang="en-US"/>
          </a:p>
        </p:txBody>
      </p:sp>
    </p:spTree>
    <p:extLst>
      <p:ext uri="{BB962C8B-B14F-4D97-AF65-F5344CB8AC3E}">
        <p14:creationId xmlns:p14="http://schemas.microsoft.com/office/powerpoint/2010/main" val="2010984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59B8F-D6AA-9F62-DAD6-0F5959B8E87E}"/>
              </a:ext>
            </a:extLst>
          </p:cNvPr>
          <p:cNvSpPr>
            <a:spLocks noGrp="1"/>
          </p:cNvSpPr>
          <p:nvPr>
            <p:ph type="title"/>
          </p:nvPr>
        </p:nvSpPr>
        <p:spPr/>
        <p:txBody>
          <a:bodyPr/>
          <a:lstStyle/>
          <a:p>
            <a:r>
              <a:rPr lang="en-US" dirty="0"/>
              <a:t>Connecting </a:t>
            </a:r>
            <a:r>
              <a:rPr lang="en-US" dirty="0" err="1"/>
              <a:t>ClickUp</a:t>
            </a:r>
            <a:r>
              <a:rPr lang="en-US" dirty="0"/>
              <a:t> in n8n</a:t>
            </a:r>
          </a:p>
        </p:txBody>
      </p:sp>
      <p:sp>
        <p:nvSpPr>
          <p:cNvPr id="3" name="Content Placeholder 2">
            <a:extLst>
              <a:ext uri="{FF2B5EF4-FFF2-40B4-BE49-F238E27FC236}">
                <a16:creationId xmlns:a16="http://schemas.microsoft.com/office/drawing/2014/main" id="{E680A1FD-20BA-0CB3-BC8F-39FDA877BDFF}"/>
              </a:ext>
            </a:extLst>
          </p:cNvPr>
          <p:cNvSpPr>
            <a:spLocks noGrp="1"/>
          </p:cNvSpPr>
          <p:nvPr>
            <p:ph idx="1"/>
          </p:nvPr>
        </p:nvSpPr>
        <p:spPr/>
        <p:txBody>
          <a:bodyPr>
            <a:normAutofit/>
          </a:bodyPr>
          <a:lstStyle/>
          <a:p>
            <a:pPr marL="514350" indent="-514350">
              <a:buAutoNum type="arabicPeriod"/>
            </a:pPr>
            <a:r>
              <a:rPr lang="en-US" sz="2400" dirty="0"/>
              <a:t>Go to </a:t>
            </a:r>
            <a:r>
              <a:rPr lang="en-US" sz="2400" dirty="0" err="1"/>
              <a:t>ClickUp</a:t>
            </a:r>
            <a:r>
              <a:rPr lang="en-US" sz="2400" dirty="0"/>
              <a:t> → Settings → API</a:t>
            </a:r>
          </a:p>
          <a:p>
            <a:pPr marL="514350" indent="-514350">
              <a:buAutoNum type="arabicPeriod"/>
            </a:pPr>
            <a:r>
              <a:rPr lang="en-US" sz="2400" dirty="0"/>
              <a:t>Generate a personal access token</a:t>
            </a:r>
          </a:p>
          <a:p>
            <a:pPr marL="514350" indent="-514350">
              <a:buAutoNum type="arabicPeriod"/>
            </a:pPr>
            <a:r>
              <a:rPr lang="en-US" sz="2400" dirty="0"/>
              <a:t>In n8n, create a </a:t>
            </a:r>
            <a:r>
              <a:rPr lang="en-US" sz="2400" b="1" dirty="0" err="1"/>
              <a:t>ClickUp</a:t>
            </a:r>
            <a:r>
              <a:rPr lang="en-US" sz="2400" b="1" dirty="0"/>
              <a:t> API Credential</a:t>
            </a:r>
          </a:p>
          <a:p>
            <a:pPr marL="514350" indent="-514350">
              <a:buAutoNum type="arabicPeriod"/>
            </a:pPr>
            <a:r>
              <a:rPr lang="en-US" sz="2400" dirty="0"/>
              <a:t>Use </a:t>
            </a:r>
            <a:r>
              <a:rPr lang="en-US" sz="2400" dirty="0" err="1"/>
              <a:t>ClickUp</a:t>
            </a:r>
            <a:r>
              <a:rPr lang="en-US" sz="2400" dirty="0"/>
              <a:t> nodes to:</a:t>
            </a:r>
          </a:p>
          <a:p>
            <a:pPr marL="909637" lvl="1" indent="-514350">
              <a:buAutoNum type="alphaLcPeriod"/>
            </a:pPr>
            <a:r>
              <a:rPr lang="en-US" sz="2000" dirty="0"/>
              <a:t>Create a Folder</a:t>
            </a:r>
            <a:endParaRPr lang="en-US" sz="2000" b="1" dirty="0"/>
          </a:p>
          <a:p>
            <a:pPr marL="909637" lvl="1" indent="-514350">
              <a:buAutoNum type="alphaLcPeriod"/>
            </a:pPr>
            <a:r>
              <a:rPr lang="en-US" sz="2000" dirty="0"/>
              <a:t>Create a List</a:t>
            </a:r>
            <a:endParaRPr lang="en-US" sz="2000" b="1" dirty="0"/>
          </a:p>
          <a:p>
            <a:pPr marL="909637" lvl="1" indent="-514350">
              <a:buAutoNum type="alphaLcPeriod"/>
            </a:pPr>
            <a:r>
              <a:rPr lang="en-US" sz="2000" dirty="0"/>
              <a:t>Add Tasks</a:t>
            </a:r>
          </a:p>
          <a:p>
            <a:pPr marL="514350" indent="-514350">
              <a:buAutoNum type="arabicPeriod"/>
            </a:pPr>
            <a:r>
              <a:rPr lang="en-US" sz="2400" b="1" dirty="0"/>
              <a:t>Error Fix</a:t>
            </a:r>
            <a:r>
              <a:rPr lang="en-US" sz="2400" dirty="0"/>
              <a:t>: If </a:t>
            </a:r>
            <a:r>
              <a:rPr lang="en-US" sz="2400" dirty="0" err="1"/>
              <a:t>ClickUp</a:t>
            </a:r>
            <a:r>
              <a:rPr lang="en-US" sz="2400" dirty="0"/>
              <a:t> returns "Folder not found", make sure the folder doesn't already exist (</a:t>
            </a:r>
            <a:r>
              <a:rPr lang="en-US" sz="2400" dirty="0" err="1"/>
              <a:t>ClickUp</a:t>
            </a:r>
            <a:r>
              <a:rPr lang="en-US" sz="2400" dirty="0"/>
              <a:t> ignores duplicates)</a:t>
            </a:r>
          </a:p>
          <a:p>
            <a:pPr marL="514350" indent="-514350">
              <a:buAutoNum type="arabicPeriod"/>
            </a:pPr>
            <a:endParaRPr lang="en-US" b="1" dirty="0"/>
          </a:p>
        </p:txBody>
      </p:sp>
      <p:sp>
        <p:nvSpPr>
          <p:cNvPr id="4" name="Slide Number Placeholder 3">
            <a:extLst>
              <a:ext uri="{FF2B5EF4-FFF2-40B4-BE49-F238E27FC236}">
                <a16:creationId xmlns:a16="http://schemas.microsoft.com/office/drawing/2014/main" id="{7A159BE8-4702-852D-3F7E-EEB8D6FFAB8C}"/>
              </a:ext>
            </a:extLst>
          </p:cNvPr>
          <p:cNvSpPr>
            <a:spLocks noGrp="1"/>
          </p:cNvSpPr>
          <p:nvPr>
            <p:ph type="sldNum" sz="quarter" idx="11"/>
          </p:nvPr>
        </p:nvSpPr>
        <p:spPr/>
        <p:txBody>
          <a:bodyPr/>
          <a:lstStyle/>
          <a:p>
            <a:fld id="{793608D5-1586-F84E-AC54-632C635393D2}" type="slidenum">
              <a:rPr lang="en-US" smtClean="0"/>
              <a:pPr/>
              <a:t>9</a:t>
            </a:fld>
            <a:endParaRPr lang="en-US"/>
          </a:p>
        </p:txBody>
      </p:sp>
    </p:spTree>
    <p:extLst>
      <p:ext uri="{BB962C8B-B14F-4D97-AF65-F5344CB8AC3E}">
        <p14:creationId xmlns:p14="http://schemas.microsoft.com/office/powerpoint/2010/main" val="45477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F31AF-1608-252E-A0D4-85E21998343E}"/>
              </a:ext>
            </a:extLst>
          </p:cNvPr>
          <p:cNvSpPr>
            <a:spLocks noGrp="1"/>
          </p:cNvSpPr>
          <p:nvPr>
            <p:ph type="title"/>
          </p:nvPr>
        </p:nvSpPr>
        <p:spPr/>
        <p:txBody>
          <a:bodyPr/>
          <a:lstStyle/>
          <a:p>
            <a:r>
              <a:rPr lang="en-US" dirty="0"/>
              <a:t>Slack Setup in n8n</a:t>
            </a:r>
          </a:p>
        </p:txBody>
      </p:sp>
      <p:sp>
        <p:nvSpPr>
          <p:cNvPr id="3" name="Content Placeholder 2">
            <a:extLst>
              <a:ext uri="{FF2B5EF4-FFF2-40B4-BE49-F238E27FC236}">
                <a16:creationId xmlns:a16="http://schemas.microsoft.com/office/drawing/2014/main" id="{A6C36FFB-724D-6D8B-CBEC-FBA761946B96}"/>
              </a:ext>
            </a:extLst>
          </p:cNvPr>
          <p:cNvSpPr>
            <a:spLocks noGrp="1"/>
          </p:cNvSpPr>
          <p:nvPr>
            <p:ph idx="1"/>
          </p:nvPr>
        </p:nvSpPr>
        <p:spPr/>
        <p:txBody>
          <a:bodyPr/>
          <a:lstStyle/>
          <a:p>
            <a:pPr marL="514350" indent="-514350">
              <a:buAutoNum type="arabicPeriod"/>
            </a:pPr>
            <a:r>
              <a:rPr lang="en-US" dirty="0"/>
              <a:t>Go to Slack API portal → Create App</a:t>
            </a:r>
          </a:p>
          <a:p>
            <a:pPr marL="514350" indent="-514350">
              <a:buAutoNum type="arabicPeriod"/>
            </a:pPr>
            <a:r>
              <a:rPr lang="en-US" dirty="0"/>
              <a:t>Add permissions:</a:t>
            </a:r>
          </a:p>
          <a:p>
            <a:pPr marL="909637" lvl="1" indent="-514350">
              <a:buAutoNum type="alphaLcPeriod"/>
            </a:pPr>
            <a:r>
              <a:rPr lang="en-US" dirty="0" err="1"/>
              <a:t>channels:write</a:t>
            </a:r>
            <a:endParaRPr lang="en-US" dirty="0"/>
          </a:p>
          <a:p>
            <a:pPr marL="909637" lvl="1" indent="-514350">
              <a:buAutoNum type="alphaLcPeriod"/>
            </a:pPr>
            <a:r>
              <a:rPr lang="en-US" dirty="0" err="1"/>
              <a:t>chat:write</a:t>
            </a:r>
            <a:endParaRPr lang="en-US" dirty="0"/>
          </a:p>
          <a:p>
            <a:pPr marL="909637" lvl="1" indent="-514350">
              <a:buAutoNum type="alphaLcPeriod"/>
            </a:pPr>
            <a:r>
              <a:rPr lang="en-US" dirty="0" err="1"/>
              <a:t>groups:write</a:t>
            </a:r>
            <a:r>
              <a:rPr lang="en-US" dirty="0"/>
              <a:t> ---- this is for private channels( optional)</a:t>
            </a:r>
          </a:p>
          <a:p>
            <a:pPr marL="514350" indent="-514350">
              <a:buAutoNum type="arabicPeriod"/>
            </a:pPr>
            <a:r>
              <a:rPr lang="en-US" dirty="0"/>
              <a:t>Install app to your workspace</a:t>
            </a:r>
          </a:p>
          <a:p>
            <a:pPr marL="514350" indent="-514350">
              <a:buAutoNum type="arabicPeriod"/>
            </a:pPr>
            <a:r>
              <a:rPr lang="en-US" dirty="0"/>
              <a:t>Copy OAuth Token into n8n credential setup</a:t>
            </a:r>
          </a:p>
          <a:p>
            <a:pPr marL="0" indent="0">
              <a:buNone/>
            </a:pPr>
            <a:endParaRPr lang="en-US" dirty="0"/>
          </a:p>
        </p:txBody>
      </p:sp>
      <p:sp>
        <p:nvSpPr>
          <p:cNvPr id="4" name="Slide Number Placeholder 3">
            <a:extLst>
              <a:ext uri="{FF2B5EF4-FFF2-40B4-BE49-F238E27FC236}">
                <a16:creationId xmlns:a16="http://schemas.microsoft.com/office/drawing/2014/main" id="{0BFE371A-84D8-ABE1-E445-805DA9F1E073}"/>
              </a:ext>
            </a:extLst>
          </p:cNvPr>
          <p:cNvSpPr>
            <a:spLocks noGrp="1"/>
          </p:cNvSpPr>
          <p:nvPr>
            <p:ph type="sldNum" sz="quarter" idx="11"/>
          </p:nvPr>
        </p:nvSpPr>
        <p:spPr/>
        <p:txBody>
          <a:bodyPr/>
          <a:lstStyle/>
          <a:p>
            <a:fld id="{793608D5-1586-F84E-AC54-632C635393D2}" type="slidenum">
              <a:rPr lang="en-US" smtClean="0"/>
              <a:pPr/>
              <a:t>10</a:t>
            </a:fld>
            <a:endParaRPr lang="en-US"/>
          </a:p>
        </p:txBody>
      </p:sp>
    </p:spTree>
    <p:extLst>
      <p:ext uri="{BB962C8B-B14F-4D97-AF65-F5344CB8AC3E}">
        <p14:creationId xmlns:p14="http://schemas.microsoft.com/office/powerpoint/2010/main" val="112803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7A16-1D8A-E465-14C4-8BC97CC1FF50}"/>
              </a:ext>
            </a:extLst>
          </p:cNvPr>
          <p:cNvSpPr>
            <a:spLocks noGrp="1"/>
          </p:cNvSpPr>
          <p:nvPr>
            <p:ph type="title"/>
          </p:nvPr>
        </p:nvSpPr>
        <p:spPr/>
        <p:txBody>
          <a:bodyPr/>
          <a:lstStyle/>
          <a:p>
            <a:r>
              <a:rPr lang="en-US" dirty="0"/>
              <a:t>Using OpenAI in n8n</a:t>
            </a:r>
          </a:p>
        </p:txBody>
      </p:sp>
      <p:sp>
        <p:nvSpPr>
          <p:cNvPr id="3" name="Content Placeholder 2">
            <a:extLst>
              <a:ext uri="{FF2B5EF4-FFF2-40B4-BE49-F238E27FC236}">
                <a16:creationId xmlns:a16="http://schemas.microsoft.com/office/drawing/2014/main" id="{433BEAE6-87FA-67AD-5868-6F4095631A41}"/>
              </a:ext>
            </a:extLst>
          </p:cNvPr>
          <p:cNvSpPr>
            <a:spLocks noGrp="1"/>
          </p:cNvSpPr>
          <p:nvPr>
            <p:ph idx="1"/>
          </p:nvPr>
        </p:nvSpPr>
        <p:spPr/>
        <p:txBody>
          <a:bodyPr>
            <a:normAutofit/>
          </a:bodyPr>
          <a:lstStyle/>
          <a:p>
            <a:pPr marL="514350" indent="-514350">
              <a:buAutoNum type="arabicPeriod"/>
            </a:pPr>
            <a:r>
              <a:rPr lang="en-US" sz="2400" b="1" dirty="0"/>
              <a:t>Create an OpenAI API key</a:t>
            </a:r>
          </a:p>
          <a:p>
            <a:pPr marL="514350" indent="-514350">
              <a:buAutoNum type="arabicPeriod"/>
            </a:pPr>
            <a:r>
              <a:rPr lang="en-US" sz="2400" b="1" dirty="0"/>
              <a:t>In n8n:</a:t>
            </a:r>
          </a:p>
          <a:p>
            <a:pPr marL="909637" lvl="1" indent="-514350">
              <a:buAutoNum type="alphaLcPeriod"/>
            </a:pPr>
            <a:r>
              <a:rPr lang="en-US" dirty="0"/>
              <a:t>Add OpenAI API node</a:t>
            </a:r>
          </a:p>
          <a:p>
            <a:pPr marL="909637" lvl="1" indent="-514350">
              <a:buAutoNum type="alphaLcPeriod"/>
            </a:pPr>
            <a:r>
              <a:rPr lang="en-US" dirty="0"/>
              <a:t>Use </a:t>
            </a:r>
            <a:r>
              <a:rPr lang="en-US" dirty="0" err="1"/>
              <a:t>ChatCompletion</a:t>
            </a:r>
            <a:r>
              <a:rPr lang="en-US" dirty="0"/>
              <a:t> with “You are a helpful onboarding assistant.”</a:t>
            </a:r>
          </a:p>
          <a:p>
            <a:pPr marL="514350" indent="-514350">
              <a:buAutoNum type="arabicPeriod"/>
            </a:pPr>
            <a:r>
              <a:rPr lang="en-US" sz="2400" b="1" dirty="0">
                <a:solidFill>
                  <a:srgbClr val="FF0000"/>
                </a:solidFill>
              </a:rPr>
              <a:t>Prompt Example:</a:t>
            </a:r>
          </a:p>
          <a:p>
            <a:pPr marL="0" indent="0">
              <a:buNone/>
            </a:pPr>
            <a:r>
              <a:rPr lang="en-US" sz="2000" dirty="0"/>
              <a:t>Create a warm welcome message for a new client named Windows, joining our platform today.</a:t>
            </a:r>
          </a:p>
          <a:p>
            <a:pPr marL="0" indent="0">
              <a:buNone/>
            </a:pPr>
            <a:r>
              <a:rPr lang="en-US" sz="2400" b="1" dirty="0">
                <a:solidFill>
                  <a:srgbClr val="92D050"/>
                </a:solidFill>
              </a:rPr>
              <a:t>OUTPUT: </a:t>
            </a:r>
          </a:p>
          <a:p>
            <a:pPr marL="0" indent="0">
              <a:buNone/>
            </a:pPr>
            <a:r>
              <a:rPr lang="en-US" sz="2000" dirty="0"/>
              <a:t>“Welcome Windows! We’re thrilled to have you on board. Let’s get started!”</a:t>
            </a:r>
          </a:p>
        </p:txBody>
      </p:sp>
      <p:sp>
        <p:nvSpPr>
          <p:cNvPr id="4" name="Slide Number Placeholder 3">
            <a:extLst>
              <a:ext uri="{FF2B5EF4-FFF2-40B4-BE49-F238E27FC236}">
                <a16:creationId xmlns:a16="http://schemas.microsoft.com/office/drawing/2014/main" id="{354C0742-7B4D-C10F-1F2C-565A834B6804}"/>
              </a:ext>
            </a:extLst>
          </p:cNvPr>
          <p:cNvSpPr>
            <a:spLocks noGrp="1"/>
          </p:cNvSpPr>
          <p:nvPr>
            <p:ph type="sldNum" sz="quarter" idx="11"/>
          </p:nvPr>
        </p:nvSpPr>
        <p:spPr/>
        <p:txBody>
          <a:bodyPr/>
          <a:lstStyle/>
          <a:p>
            <a:fld id="{793608D5-1586-F84E-AC54-632C635393D2}" type="slidenum">
              <a:rPr lang="en-US" smtClean="0"/>
              <a:pPr/>
              <a:t>11</a:t>
            </a:fld>
            <a:endParaRPr lang="en-US"/>
          </a:p>
        </p:txBody>
      </p:sp>
    </p:spTree>
    <p:extLst>
      <p:ext uri="{BB962C8B-B14F-4D97-AF65-F5344CB8AC3E}">
        <p14:creationId xmlns:p14="http://schemas.microsoft.com/office/powerpoint/2010/main" val="1557746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1DA8-2822-F335-D5D6-01A90FCCA1FE}"/>
              </a:ext>
            </a:extLst>
          </p:cNvPr>
          <p:cNvSpPr>
            <a:spLocks noGrp="1"/>
          </p:cNvSpPr>
          <p:nvPr>
            <p:ph type="title"/>
          </p:nvPr>
        </p:nvSpPr>
        <p:spPr/>
        <p:txBody>
          <a:bodyPr/>
          <a:lstStyle/>
          <a:p>
            <a:r>
              <a:rPr lang="en-US" dirty="0"/>
              <a:t>Common Issues &amp; Debugging</a:t>
            </a:r>
          </a:p>
        </p:txBody>
      </p:sp>
      <p:graphicFrame>
        <p:nvGraphicFramePr>
          <p:cNvPr id="5" name="Content Placeholder 4">
            <a:extLst>
              <a:ext uri="{FF2B5EF4-FFF2-40B4-BE49-F238E27FC236}">
                <a16:creationId xmlns:a16="http://schemas.microsoft.com/office/drawing/2014/main" id="{6D5F0A7F-F2D3-CF2A-55C7-027D1740663A}"/>
              </a:ext>
            </a:extLst>
          </p:cNvPr>
          <p:cNvGraphicFramePr>
            <a:graphicFrameLocks noGrp="1"/>
          </p:cNvGraphicFramePr>
          <p:nvPr>
            <p:ph idx="1"/>
            <p:extLst>
              <p:ext uri="{D42A27DB-BD31-4B8C-83A1-F6EECF244321}">
                <p14:modId xmlns:p14="http://schemas.microsoft.com/office/powerpoint/2010/main" val="2623948431"/>
              </p:ext>
            </p:extLst>
          </p:nvPr>
        </p:nvGraphicFramePr>
        <p:xfrm>
          <a:off x="838200" y="1330778"/>
          <a:ext cx="10515600" cy="3812724"/>
        </p:xfrm>
        <a:graphic>
          <a:graphicData uri="http://schemas.openxmlformats.org/drawingml/2006/table">
            <a:tbl>
              <a:tblPr/>
              <a:tblGrid>
                <a:gridCol w="5257800">
                  <a:extLst>
                    <a:ext uri="{9D8B030D-6E8A-4147-A177-3AD203B41FA5}">
                      <a16:colId xmlns:a16="http://schemas.microsoft.com/office/drawing/2014/main" val="1685047140"/>
                    </a:ext>
                  </a:extLst>
                </a:gridCol>
                <a:gridCol w="5257800">
                  <a:extLst>
                    <a:ext uri="{9D8B030D-6E8A-4147-A177-3AD203B41FA5}">
                      <a16:colId xmlns:a16="http://schemas.microsoft.com/office/drawing/2014/main" val="263773694"/>
                    </a:ext>
                  </a:extLst>
                </a:gridCol>
              </a:tblGrid>
              <a:tr h="635454">
                <a:tc>
                  <a:txBody>
                    <a:bodyPr/>
                    <a:lstStyle/>
                    <a:p>
                      <a:r>
                        <a:rPr lang="en-US" b="1" dirty="0">
                          <a:solidFill>
                            <a:srgbClr val="FF0000"/>
                          </a:solidFill>
                        </a:rPr>
                        <a:t>Issue</a:t>
                      </a:r>
                    </a:p>
                  </a:txBody>
                  <a:tcPr anchor="ctr">
                    <a:lnL>
                      <a:noFill/>
                    </a:lnL>
                    <a:lnR>
                      <a:noFill/>
                    </a:lnR>
                    <a:lnT>
                      <a:noFill/>
                    </a:lnT>
                    <a:lnB>
                      <a:noFill/>
                    </a:lnB>
                    <a:noFill/>
                  </a:tcPr>
                </a:tc>
                <a:tc>
                  <a:txBody>
                    <a:bodyPr/>
                    <a:lstStyle/>
                    <a:p>
                      <a:r>
                        <a:rPr lang="en-US" b="1" dirty="0">
                          <a:solidFill>
                            <a:srgbClr val="92D050"/>
                          </a:solidFill>
                        </a:rPr>
                        <a:t>Fix</a:t>
                      </a:r>
                    </a:p>
                  </a:txBody>
                  <a:tcPr anchor="ctr">
                    <a:lnL>
                      <a:noFill/>
                    </a:lnL>
                    <a:lnR>
                      <a:noFill/>
                    </a:lnR>
                    <a:lnT>
                      <a:noFill/>
                    </a:lnT>
                    <a:lnB>
                      <a:noFill/>
                    </a:lnB>
                    <a:noFill/>
                  </a:tcPr>
                </a:tc>
                <a:extLst>
                  <a:ext uri="{0D108BD9-81ED-4DB2-BD59-A6C34878D82A}">
                    <a16:rowId xmlns:a16="http://schemas.microsoft.com/office/drawing/2014/main" val="2042226487"/>
                  </a:ext>
                </a:extLst>
              </a:tr>
              <a:tr h="635454">
                <a:tc>
                  <a:txBody>
                    <a:bodyPr/>
                    <a:lstStyle/>
                    <a:p>
                      <a:r>
                        <a:rPr lang="en-US"/>
                        <a:t>“Missing OAuth scopes”</a:t>
                      </a:r>
                    </a:p>
                  </a:txBody>
                  <a:tcPr anchor="ctr">
                    <a:lnL>
                      <a:noFill/>
                    </a:lnL>
                    <a:lnR>
                      <a:noFill/>
                    </a:lnR>
                    <a:lnT>
                      <a:noFill/>
                    </a:lnT>
                    <a:lnB>
                      <a:noFill/>
                    </a:lnB>
                    <a:noFill/>
                  </a:tcPr>
                </a:tc>
                <a:tc>
                  <a:txBody>
                    <a:bodyPr/>
                    <a:lstStyle/>
                    <a:p>
                      <a:r>
                        <a:rPr lang="en-US"/>
                        <a:t>Add correct Slack/Google API scopes manually</a:t>
                      </a:r>
                    </a:p>
                  </a:txBody>
                  <a:tcPr anchor="ctr">
                    <a:lnL>
                      <a:noFill/>
                    </a:lnL>
                    <a:lnR>
                      <a:noFill/>
                    </a:lnR>
                    <a:lnT>
                      <a:noFill/>
                    </a:lnT>
                    <a:lnB>
                      <a:noFill/>
                    </a:lnB>
                    <a:noFill/>
                  </a:tcPr>
                </a:tc>
                <a:extLst>
                  <a:ext uri="{0D108BD9-81ED-4DB2-BD59-A6C34878D82A}">
                    <a16:rowId xmlns:a16="http://schemas.microsoft.com/office/drawing/2014/main" val="763407964"/>
                  </a:ext>
                </a:extLst>
              </a:tr>
              <a:tr h="635454">
                <a:tc>
                  <a:txBody>
                    <a:bodyPr/>
                    <a:lstStyle/>
                    <a:p>
                      <a:r>
                        <a:rPr lang="en-US"/>
                        <a:t>ClickUp folder not created</a:t>
                      </a:r>
                    </a:p>
                  </a:txBody>
                  <a:tcPr anchor="ctr">
                    <a:lnL>
                      <a:noFill/>
                    </a:lnL>
                    <a:lnR>
                      <a:noFill/>
                    </a:lnR>
                    <a:lnT>
                      <a:noFill/>
                    </a:lnT>
                    <a:lnB>
                      <a:noFill/>
                    </a:lnB>
                    <a:noFill/>
                  </a:tcPr>
                </a:tc>
                <a:tc>
                  <a:txBody>
                    <a:bodyPr/>
                    <a:lstStyle/>
                    <a:p>
                      <a:r>
                        <a:rPr lang="en-US"/>
                        <a:t>Delete duplicate folder and rerun</a:t>
                      </a:r>
                    </a:p>
                  </a:txBody>
                  <a:tcPr anchor="ctr">
                    <a:lnL>
                      <a:noFill/>
                    </a:lnL>
                    <a:lnR>
                      <a:noFill/>
                    </a:lnR>
                    <a:lnT>
                      <a:noFill/>
                    </a:lnT>
                    <a:lnB>
                      <a:noFill/>
                    </a:lnB>
                    <a:noFill/>
                  </a:tcPr>
                </a:tc>
                <a:extLst>
                  <a:ext uri="{0D108BD9-81ED-4DB2-BD59-A6C34878D82A}">
                    <a16:rowId xmlns:a16="http://schemas.microsoft.com/office/drawing/2014/main" val="4123378008"/>
                  </a:ext>
                </a:extLst>
              </a:tr>
              <a:tr h="635454">
                <a:tc>
                  <a:txBody>
                    <a:bodyPr/>
                    <a:lstStyle/>
                    <a:p>
                      <a:r>
                        <a:rPr lang="en-US"/>
                        <a:t>OpenAI quota errors</a:t>
                      </a:r>
                    </a:p>
                  </a:txBody>
                  <a:tcPr anchor="ctr">
                    <a:lnL>
                      <a:noFill/>
                    </a:lnL>
                    <a:lnR>
                      <a:noFill/>
                    </a:lnR>
                    <a:lnT>
                      <a:noFill/>
                    </a:lnT>
                    <a:lnB>
                      <a:noFill/>
                    </a:lnB>
                    <a:noFill/>
                  </a:tcPr>
                </a:tc>
                <a:tc>
                  <a:txBody>
                    <a:bodyPr/>
                    <a:lstStyle/>
                    <a:p>
                      <a:r>
                        <a:rPr lang="en-US"/>
                        <a:t>Use gpt-3.5-turbo or upgrade plan</a:t>
                      </a:r>
                    </a:p>
                  </a:txBody>
                  <a:tcPr anchor="ctr">
                    <a:lnL>
                      <a:noFill/>
                    </a:lnL>
                    <a:lnR>
                      <a:noFill/>
                    </a:lnR>
                    <a:lnT>
                      <a:noFill/>
                    </a:lnT>
                    <a:lnB>
                      <a:noFill/>
                    </a:lnB>
                    <a:noFill/>
                  </a:tcPr>
                </a:tc>
                <a:extLst>
                  <a:ext uri="{0D108BD9-81ED-4DB2-BD59-A6C34878D82A}">
                    <a16:rowId xmlns:a16="http://schemas.microsoft.com/office/drawing/2014/main" val="2712759004"/>
                  </a:ext>
                </a:extLst>
              </a:tr>
              <a:tr h="635454">
                <a:tc>
                  <a:txBody>
                    <a:bodyPr/>
                    <a:lstStyle/>
                    <a:p>
                      <a:r>
                        <a:rPr lang="en-US"/>
                        <a:t>Slack can’t post</a:t>
                      </a:r>
                    </a:p>
                  </a:txBody>
                  <a:tcPr anchor="ctr">
                    <a:lnL>
                      <a:noFill/>
                    </a:lnL>
                    <a:lnR>
                      <a:noFill/>
                    </a:lnR>
                    <a:lnT>
                      <a:noFill/>
                    </a:lnT>
                    <a:lnB>
                      <a:noFill/>
                    </a:lnB>
                    <a:noFill/>
                  </a:tcPr>
                </a:tc>
                <a:tc>
                  <a:txBody>
                    <a:bodyPr/>
                    <a:lstStyle/>
                    <a:p>
                      <a:r>
                        <a:rPr lang="en-US"/>
                        <a:t>Use correct channel ID and chat:write scope</a:t>
                      </a:r>
                    </a:p>
                  </a:txBody>
                  <a:tcPr anchor="ctr">
                    <a:lnL>
                      <a:noFill/>
                    </a:lnL>
                    <a:lnR>
                      <a:noFill/>
                    </a:lnR>
                    <a:lnT>
                      <a:noFill/>
                    </a:lnT>
                    <a:lnB>
                      <a:noFill/>
                    </a:lnB>
                    <a:noFill/>
                  </a:tcPr>
                </a:tc>
                <a:extLst>
                  <a:ext uri="{0D108BD9-81ED-4DB2-BD59-A6C34878D82A}">
                    <a16:rowId xmlns:a16="http://schemas.microsoft.com/office/drawing/2014/main" val="163804992"/>
                  </a:ext>
                </a:extLst>
              </a:tr>
              <a:tr h="635454">
                <a:tc>
                  <a:txBody>
                    <a:bodyPr/>
                    <a:lstStyle/>
                    <a:p>
                      <a:r>
                        <a:rPr lang="en-US"/>
                        <a:t>Google Drive “Access Denied”</a:t>
                      </a:r>
                    </a:p>
                  </a:txBody>
                  <a:tcPr anchor="ctr">
                    <a:lnL>
                      <a:noFill/>
                    </a:lnL>
                    <a:lnR>
                      <a:noFill/>
                    </a:lnR>
                    <a:lnT>
                      <a:noFill/>
                    </a:lnT>
                    <a:lnB>
                      <a:noFill/>
                    </a:lnB>
                    <a:noFill/>
                  </a:tcPr>
                </a:tc>
                <a:tc>
                  <a:txBody>
                    <a:bodyPr/>
                    <a:lstStyle/>
                    <a:p>
                      <a:r>
                        <a:rPr lang="en-US" dirty="0"/>
                        <a:t>Ensure test user is added to Google project</a:t>
                      </a:r>
                    </a:p>
                  </a:txBody>
                  <a:tcPr anchor="ctr">
                    <a:lnL>
                      <a:noFill/>
                    </a:lnL>
                    <a:lnR>
                      <a:noFill/>
                    </a:lnR>
                    <a:lnT>
                      <a:noFill/>
                    </a:lnT>
                    <a:lnB>
                      <a:noFill/>
                    </a:lnB>
                    <a:noFill/>
                  </a:tcPr>
                </a:tc>
                <a:extLst>
                  <a:ext uri="{0D108BD9-81ED-4DB2-BD59-A6C34878D82A}">
                    <a16:rowId xmlns:a16="http://schemas.microsoft.com/office/drawing/2014/main" val="3202679677"/>
                  </a:ext>
                </a:extLst>
              </a:tr>
            </a:tbl>
          </a:graphicData>
        </a:graphic>
      </p:graphicFrame>
      <p:sp>
        <p:nvSpPr>
          <p:cNvPr id="4" name="Slide Number Placeholder 3">
            <a:extLst>
              <a:ext uri="{FF2B5EF4-FFF2-40B4-BE49-F238E27FC236}">
                <a16:creationId xmlns:a16="http://schemas.microsoft.com/office/drawing/2014/main" id="{E05A5CC1-537C-555C-ECC8-B3E1DA3052E2}"/>
              </a:ext>
            </a:extLst>
          </p:cNvPr>
          <p:cNvSpPr>
            <a:spLocks noGrp="1"/>
          </p:cNvSpPr>
          <p:nvPr>
            <p:ph type="sldNum" sz="quarter" idx="11"/>
          </p:nvPr>
        </p:nvSpPr>
        <p:spPr/>
        <p:txBody>
          <a:bodyPr/>
          <a:lstStyle/>
          <a:p>
            <a:fld id="{793608D5-1586-F84E-AC54-632C635393D2}" type="slidenum">
              <a:rPr lang="en-US" smtClean="0"/>
              <a:pPr/>
              <a:t>12</a:t>
            </a:fld>
            <a:endParaRPr lang="en-US"/>
          </a:p>
        </p:txBody>
      </p:sp>
    </p:spTree>
    <p:extLst>
      <p:ext uri="{BB962C8B-B14F-4D97-AF65-F5344CB8AC3E}">
        <p14:creationId xmlns:p14="http://schemas.microsoft.com/office/powerpoint/2010/main" val="403126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57259-D224-3687-F001-52485D717927}"/>
              </a:ext>
            </a:extLst>
          </p:cNvPr>
          <p:cNvSpPr>
            <a:spLocks noGrp="1"/>
          </p:cNvSpPr>
          <p:nvPr>
            <p:ph type="title"/>
          </p:nvPr>
        </p:nvSpPr>
        <p:spPr/>
        <p:txBody>
          <a:bodyPr/>
          <a:lstStyle/>
          <a:p>
            <a:r>
              <a:rPr lang="en-US" dirty="0"/>
              <a:t>What I Learned</a:t>
            </a:r>
          </a:p>
        </p:txBody>
      </p:sp>
      <p:sp>
        <p:nvSpPr>
          <p:cNvPr id="3" name="Content Placeholder 2">
            <a:extLst>
              <a:ext uri="{FF2B5EF4-FFF2-40B4-BE49-F238E27FC236}">
                <a16:creationId xmlns:a16="http://schemas.microsoft.com/office/drawing/2014/main" id="{B6A2FF85-422C-F808-5A99-2613CD5F7DA4}"/>
              </a:ext>
            </a:extLst>
          </p:cNvPr>
          <p:cNvSpPr>
            <a:spLocks noGrp="1"/>
          </p:cNvSpPr>
          <p:nvPr>
            <p:ph idx="1"/>
          </p:nvPr>
        </p:nvSpPr>
        <p:spPr/>
        <p:txBody>
          <a:bodyPr/>
          <a:lstStyle/>
          <a:p>
            <a:r>
              <a:rPr lang="en-US" dirty="0"/>
              <a:t>Designed and deployed a </a:t>
            </a:r>
            <a:r>
              <a:rPr lang="en-US" b="1" dirty="0"/>
              <a:t>multi-platform automation agent</a:t>
            </a:r>
          </a:p>
          <a:p>
            <a:r>
              <a:rPr lang="en-US" dirty="0"/>
              <a:t>Understood </a:t>
            </a:r>
            <a:r>
              <a:rPr lang="en-US" b="1" dirty="0"/>
              <a:t>OAuth credential setup</a:t>
            </a:r>
            <a:r>
              <a:rPr lang="en-US" dirty="0"/>
              <a:t> and API rate limits</a:t>
            </a:r>
            <a:endParaRPr lang="en-US" b="1" dirty="0"/>
          </a:p>
          <a:p>
            <a:r>
              <a:rPr lang="en-US" dirty="0"/>
              <a:t>Gained confidence using </a:t>
            </a:r>
            <a:r>
              <a:rPr lang="en-US" b="1" dirty="0"/>
              <a:t>n8n</a:t>
            </a:r>
            <a:r>
              <a:rPr lang="en-US" dirty="0"/>
              <a:t> as a low-code automation tool</a:t>
            </a:r>
            <a:endParaRPr lang="en-US" b="1" dirty="0"/>
          </a:p>
          <a:p>
            <a:r>
              <a:rPr lang="en-US" dirty="0"/>
              <a:t>Successfully orchestrated multiple services (Slack, Google, </a:t>
            </a:r>
            <a:r>
              <a:rPr lang="en-US" dirty="0" err="1"/>
              <a:t>ClickUp</a:t>
            </a:r>
            <a:r>
              <a:rPr lang="en-US" dirty="0"/>
              <a:t>, OpenAI)</a:t>
            </a:r>
            <a:endParaRPr lang="en-US" b="1" dirty="0"/>
          </a:p>
          <a:p>
            <a:r>
              <a:rPr lang="en-US" dirty="0"/>
              <a:t>Improved debugging across multiple APIs</a:t>
            </a:r>
          </a:p>
        </p:txBody>
      </p:sp>
      <p:sp>
        <p:nvSpPr>
          <p:cNvPr id="4" name="Slide Number Placeholder 3">
            <a:extLst>
              <a:ext uri="{FF2B5EF4-FFF2-40B4-BE49-F238E27FC236}">
                <a16:creationId xmlns:a16="http://schemas.microsoft.com/office/drawing/2014/main" id="{53798F0A-663F-CC88-2A29-CD90618CA17E}"/>
              </a:ext>
            </a:extLst>
          </p:cNvPr>
          <p:cNvSpPr>
            <a:spLocks noGrp="1"/>
          </p:cNvSpPr>
          <p:nvPr>
            <p:ph type="sldNum" sz="quarter" idx="11"/>
          </p:nvPr>
        </p:nvSpPr>
        <p:spPr/>
        <p:txBody>
          <a:bodyPr/>
          <a:lstStyle/>
          <a:p>
            <a:fld id="{793608D5-1586-F84E-AC54-632C635393D2}" type="slidenum">
              <a:rPr lang="en-US" smtClean="0"/>
              <a:pPr/>
              <a:t>13</a:t>
            </a:fld>
            <a:endParaRPr lang="en-US"/>
          </a:p>
        </p:txBody>
      </p:sp>
    </p:spTree>
    <p:extLst>
      <p:ext uri="{BB962C8B-B14F-4D97-AF65-F5344CB8AC3E}">
        <p14:creationId xmlns:p14="http://schemas.microsoft.com/office/powerpoint/2010/main" val="3156145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BF1E90-F92A-8F1B-A2D4-5B8953F55811}"/>
              </a:ext>
            </a:extLst>
          </p:cNvPr>
          <p:cNvSpPr>
            <a:spLocks noGrp="1"/>
          </p:cNvSpPr>
          <p:nvPr>
            <p:ph type="body" sz="quarter" idx="10"/>
          </p:nvPr>
        </p:nvSpPr>
        <p:spPr>
          <a:xfrm>
            <a:off x="1246909" y="2273830"/>
            <a:ext cx="7442964" cy="1754326"/>
          </a:xfrm>
        </p:spPr>
        <p:txBody>
          <a:bodyPr/>
          <a:lstStyle/>
          <a:p>
            <a:r>
              <a:rPr lang="en-US" sz="6000" dirty="0">
                <a:solidFill>
                  <a:schemeClr val="bg1"/>
                </a:solidFill>
                <a:latin typeface="Rockwell" panose="02060603020205020403" pitchFamily="18" charset="77"/>
                <a:ea typeface="Roboto Slab" pitchFamily="2" charset="0"/>
                <a:cs typeface="Roboto Slab" pitchFamily="2" charset="0"/>
              </a:rPr>
              <a:t>Automating Job Applications – n8n</a:t>
            </a:r>
          </a:p>
        </p:txBody>
      </p:sp>
      <p:sp>
        <p:nvSpPr>
          <p:cNvPr id="4" name="Slide Number Placeholder 3">
            <a:extLst>
              <a:ext uri="{FF2B5EF4-FFF2-40B4-BE49-F238E27FC236}">
                <a16:creationId xmlns:a16="http://schemas.microsoft.com/office/drawing/2014/main" id="{B8CA54C0-E0BD-942D-31ED-FFF03DA73166}"/>
              </a:ext>
            </a:extLst>
          </p:cNvPr>
          <p:cNvSpPr>
            <a:spLocks noGrp="1"/>
          </p:cNvSpPr>
          <p:nvPr>
            <p:ph type="sldNum" sz="quarter" idx="12"/>
          </p:nvPr>
        </p:nvSpPr>
        <p:spPr/>
        <p:txBody>
          <a:bodyPr/>
          <a:lstStyle/>
          <a:p>
            <a:fld id="{793608D5-1586-F84E-AC54-632C635393D2}" type="slidenum">
              <a:rPr lang="en-US" smtClean="0"/>
              <a:pPr/>
              <a:t>14</a:t>
            </a:fld>
            <a:endParaRPr lang="en-US"/>
          </a:p>
        </p:txBody>
      </p:sp>
    </p:spTree>
    <p:extLst>
      <p:ext uri="{BB962C8B-B14F-4D97-AF65-F5344CB8AC3E}">
        <p14:creationId xmlns:p14="http://schemas.microsoft.com/office/powerpoint/2010/main" val="1367567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AB9E-D087-A95A-B752-2740792161AB}"/>
              </a:ext>
            </a:extLst>
          </p:cNvPr>
          <p:cNvSpPr>
            <a:spLocks noGrp="1"/>
          </p:cNvSpPr>
          <p:nvPr>
            <p:ph type="title"/>
          </p:nvPr>
        </p:nvSpPr>
        <p:spPr/>
        <p:txBody>
          <a:bodyPr>
            <a:normAutofit fontScale="90000"/>
          </a:bodyPr>
          <a:lstStyle/>
          <a:p>
            <a:r>
              <a:rPr lang="en-US" dirty="0"/>
              <a:t>Automating Job Applications using n8n, </a:t>
            </a:r>
            <a:r>
              <a:rPr lang="en-US" dirty="0" err="1"/>
              <a:t>Ampify</a:t>
            </a:r>
            <a:r>
              <a:rPr lang="en-US" dirty="0"/>
              <a:t>, and ChatGPT</a:t>
            </a:r>
          </a:p>
        </p:txBody>
      </p:sp>
      <p:sp>
        <p:nvSpPr>
          <p:cNvPr id="3" name="Content Placeholder 2">
            <a:extLst>
              <a:ext uri="{FF2B5EF4-FFF2-40B4-BE49-F238E27FC236}">
                <a16:creationId xmlns:a16="http://schemas.microsoft.com/office/drawing/2014/main" id="{AE8DEF61-C659-BD25-DAD6-5BF9C34F1D25}"/>
              </a:ext>
            </a:extLst>
          </p:cNvPr>
          <p:cNvSpPr>
            <a:spLocks noGrp="1"/>
          </p:cNvSpPr>
          <p:nvPr>
            <p:ph idx="1"/>
          </p:nvPr>
        </p:nvSpPr>
        <p:spPr/>
        <p:txBody>
          <a:bodyPr/>
          <a:lstStyle/>
          <a:p>
            <a:r>
              <a:rPr lang="en-US" dirty="0"/>
              <a:t>Overview</a:t>
            </a:r>
          </a:p>
          <a:p>
            <a:pPr marL="514350" indent="-514350">
              <a:buAutoNum type="alphaLcPeriod"/>
            </a:pPr>
            <a:r>
              <a:rPr lang="en-US" dirty="0"/>
              <a:t>Problem: Repetitive, time-consuming job applications</a:t>
            </a:r>
          </a:p>
          <a:p>
            <a:pPr marL="514350" indent="-514350">
              <a:buAutoNum type="alphaLcPeriod"/>
            </a:pPr>
            <a:r>
              <a:rPr lang="en-US" dirty="0"/>
              <a:t>Goal: Fully automate job scraping, rating, and cover letter writing</a:t>
            </a:r>
          </a:p>
          <a:p>
            <a:pPr marL="514350" indent="-514350">
              <a:buAutoNum type="alphaLcPeriod"/>
            </a:pPr>
            <a:r>
              <a:rPr lang="en-US" dirty="0"/>
              <a:t>Tools: n8n, </a:t>
            </a:r>
            <a:r>
              <a:rPr lang="en-US" dirty="0" err="1"/>
              <a:t>Ampify</a:t>
            </a:r>
            <a:r>
              <a:rPr lang="en-US" dirty="0"/>
              <a:t> Web Scraper, OpenAI API (GPT-4.0 mini), Google Sheets</a:t>
            </a: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20BB90A1-21C3-103C-57E5-62FDC6B9140F}"/>
              </a:ext>
            </a:extLst>
          </p:cNvPr>
          <p:cNvSpPr>
            <a:spLocks noGrp="1"/>
          </p:cNvSpPr>
          <p:nvPr>
            <p:ph type="sldNum" sz="quarter" idx="11"/>
          </p:nvPr>
        </p:nvSpPr>
        <p:spPr/>
        <p:txBody>
          <a:bodyPr/>
          <a:lstStyle/>
          <a:p>
            <a:fld id="{793608D5-1586-F84E-AC54-632C635393D2}" type="slidenum">
              <a:rPr lang="en-US" smtClean="0"/>
              <a:pPr/>
              <a:t>15</a:t>
            </a:fld>
            <a:endParaRPr lang="en-US"/>
          </a:p>
        </p:txBody>
      </p:sp>
    </p:spTree>
    <p:extLst>
      <p:ext uri="{BB962C8B-B14F-4D97-AF65-F5344CB8AC3E}">
        <p14:creationId xmlns:p14="http://schemas.microsoft.com/office/powerpoint/2010/main" val="1486735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D845-F437-4143-2AB3-CC63EA2B1259}"/>
              </a:ext>
            </a:extLst>
          </p:cNvPr>
          <p:cNvSpPr>
            <a:spLocks noGrp="1"/>
          </p:cNvSpPr>
          <p:nvPr>
            <p:ph type="title"/>
          </p:nvPr>
        </p:nvSpPr>
        <p:spPr/>
        <p:txBody>
          <a:bodyPr>
            <a:normAutofit fontScale="90000"/>
          </a:bodyPr>
          <a:lstStyle/>
          <a:p>
            <a:r>
              <a:rPr lang="en-US" b="1" dirty="0"/>
              <a:t>Why These Tools Were Chosen</a:t>
            </a:r>
            <a:br>
              <a:rPr lang="en-US" dirty="0"/>
            </a:br>
            <a:endParaRPr lang="en-US" dirty="0"/>
          </a:p>
        </p:txBody>
      </p:sp>
      <p:sp>
        <p:nvSpPr>
          <p:cNvPr id="3" name="Content Placeholder 2">
            <a:extLst>
              <a:ext uri="{FF2B5EF4-FFF2-40B4-BE49-F238E27FC236}">
                <a16:creationId xmlns:a16="http://schemas.microsoft.com/office/drawing/2014/main" id="{6128D539-BB54-D636-8901-1921A426E021}"/>
              </a:ext>
            </a:extLst>
          </p:cNvPr>
          <p:cNvSpPr>
            <a:spLocks noGrp="1"/>
          </p:cNvSpPr>
          <p:nvPr>
            <p:ph idx="1"/>
          </p:nvPr>
        </p:nvSpPr>
        <p:spPr/>
        <p:txBody>
          <a:bodyPr/>
          <a:lstStyle/>
          <a:p>
            <a:r>
              <a:rPr lang="en-US" dirty="0"/>
              <a:t>n8n: No-code/low-code workflow builder, free self-hosted or cloud version</a:t>
            </a:r>
          </a:p>
          <a:p>
            <a:r>
              <a:rPr lang="en-US" dirty="0" err="1"/>
              <a:t>Ampify</a:t>
            </a:r>
            <a:r>
              <a:rPr lang="en-US" dirty="0"/>
              <a:t>: Reliable no-code scraper with webhook support( also gives $ 5 signup bonus which basically helps you scrape 100 jobs/day for a month)</a:t>
            </a:r>
          </a:p>
          <a:p>
            <a:r>
              <a:rPr lang="en-US" dirty="0"/>
              <a:t>GPT-4.0 Mini: Fast + cost-effective AI model</a:t>
            </a:r>
          </a:p>
          <a:p>
            <a:r>
              <a:rPr lang="en-US" dirty="0"/>
              <a:t>Google Sheets: Easy way to store and view data</a:t>
            </a:r>
          </a:p>
        </p:txBody>
      </p:sp>
      <p:sp>
        <p:nvSpPr>
          <p:cNvPr id="4" name="Slide Number Placeholder 3">
            <a:extLst>
              <a:ext uri="{FF2B5EF4-FFF2-40B4-BE49-F238E27FC236}">
                <a16:creationId xmlns:a16="http://schemas.microsoft.com/office/drawing/2014/main" id="{DB90D2B0-2E84-8388-0FB4-9C21A685A62F}"/>
              </a:ext>
            </a:extLst>
          </p:cNvPr>
          <p:cNvSpPr>
            <a:spLocks noGrp="1"/>
          </p:cNvSpPr>
          <p:nvPr>
            <p:ph type="sldNum" sz="quarter" idx="11"/>
          </p:nvPr>
        </p:nvSpPr>
        <p:spPr/>
        <p:txBody>
          <a:bodyPr/>
          <a:lstStyle/>
          <a:p>
            <a:fld id="{793608D5-1586-F84E-AC54-632C635393D2}" type="slidenum">
              <a:rPr lang="en-US" smtClean="0"/>
              <a:pPr/>
              <a:t>16</a:t>
            </a:fld>
            <a:endParaRPr lang="en-US"/>
          </a:p>
        </p:txBody>
      </p:sp>
    </p:spTree>
    <p:extLst>
      <p:ext uri="{BB962C8B-B14F-4D97-AF65-F5344CB8AC3E}">
        <p14:creationId xmlns:p14="http://schemas.microsoft.com/office/powerpoint/2010/main" val="3960256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3D802-3043-8ADC-9193-069E05FC97D8}"/>
              </a:ext>
            </a:extLst>
          </p:cNvPr>
          <p:cNvSpPr>
            <a:spLocks noGrp="1"/>
          </p:cNvSpPr>
          <p:nvPr>
            <p:ph type="title"/>
          </p:nvPr>
        </p:nvSpPr>
        <p:spPr/>
        <p:txBody>
          <a:bodyPr/>
          <a:lstStyle/>
          <a:p>
            <a:r>
              <a:rPr lang="en-US" dirty="0"/>
              <a:t>Create All Required Accounts</a:t>
            </a:r>
          </a:p>
        </p:txBody>
      </p:sp>
      <p:sp>
        <p:nvSpPr>
          <p:cNvPr id="3" name="Content Placeholder 2">
            <a:extLst>
              <a:ext uri="{FF2B5EF4-FFF2-40B4-BE49-F238E27FC236}">
                <a16:creationId xmlns:a16="http://schemas.microsoft.com/office/drawing/2014/main" id="{324CA8F7-F8D8-2353-F77C-F2F77C01BFED}"/>
              </a:ext>
            </a:extLst>
          </p:cNvPr>
          <p:cNvSpPr>
            <a:spLocks noGrp="1"/>
          </p:cNvSpPr>
          <p:nvPr>
            <p:ph idx="1"/>
          </p:nvPr>
        </p:nvSpPr>
        <p:spPr/>
        <p:txBody>
          <a:bodyPr/>
          <a:lstStyle/>
          <a:p>
            <a:r>
              <a:rPr lang="en-US" dirty="0"/>
              <a:t>n8n account (cloud or self-hosted)</a:t>
            </a:r>
          </a:p>
          <a:p>
            <a:r>
              <a:rPr lang="en-US" dirty="0" err="1"/>
              <a:t>Ampify</a:t>
            </a:r>
            <a:r>
              <a:rPr lang="en-US" dirty="0"/>
              <a:t> account (and request actor access)</a:t>
            </a:r>
          </a:p>
          <a:p>
            <a:r>
              <a:rPr lang="en-US" dirty="0"/>
              <a:t>OpenAI account + get API key</a:t>
            </a:r>
          </a:p>
          <a:p>
            <a:r>
              <a:rPr lang="en-US" dirty="0"/>
              <a:t>Google Cloud setup for Google Sheets API (optional if using webhook + sheets)</a:t>
            </a:r>
          </a:p>
        </p:txBody>
      </p:sp>
      <p:sp>
        <p:nvSpPr>
          <p:cNvPr id="4" name="Slide Number Placeholder 3">
            <a:extLst>
              <a:ext uri="{FF2B5EF4-FFF2-40B4-BE49-F238E27FC236}">
                <a16:creationId xmlns:a16="http://schemas.microsoft.com/office/drawing/2014/main" id="{114AF514-18A4-7478-E2AB-F1B3EAA83ADD}"/>
              </a:ext>
            </a:extLst>
          </p:cNvPr>
          <p:cNvSpPr>
            <a:spLocks noGrp="1"/>
          </p:cNvSpPr>
          <p:nvPr>
            <p:ph type="sldNum" sz="quarter" idx="11"/>
          </p:nvPr>
        </p:nvSpPr>
        <p:spPr/>
        <p:txBody>
          <a:bodyPr/>
          <a:lstStyle/>
          <a:p>
            <a:fld id="{793608D5-1586-F84E-AC54-632C635393D2}" type="slidenum">
              <a:rPr lang="en-US" smtClean="0"/>
              <a:pPr/>
              <a:t>17</a:t>
            </a:fld>
            <a:endParaRPr lang="en-US"/>
          </a:p>
        </p:txBody>
      </p:sp>
    </p:spTree>
    <p:extLst>
      <p:ext uri="{BB962C8B-B14F-4D97-AF65-F5344CB8AC3E}">
        <p14:creationId xmlns:p14="http://schemas.microsoft.com/office/powerpoint/2010/main" val="1313427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9051-1EB4-7CE7-F62D-B6FF022E733B}"/>
              </a:ext>
            </a:extLst>
          </p:cNvPr>
          <p:cNvSpPr>
            <a:spLocks noGrp="1"/>
          </p:cNvSpPr>
          <p:nvPr>
            <p:ph type="title"/>
          </p:nvPr>
        </p:nvSpPr>
        <p:spPr/>
        <p:txBody>
          <a:bodyPr/>
          <a:lstStyle/>
          <a:p>
            <a:r>
              <a:rPr lang="en-US" dirty="0"/>
              <a:t>workflow</a:t>
            </a:r>
          </a:p>
        </p:txBody>
      </p:sp>
      <p:sp>
        <p:nvSpPr>
          <p:cNvPr id="4" name="Slide Number Placeholder 3">
            <a:extLst>
              <a:ext uri="{FF2B5EF4-FFF2-40B4-BE49-F238E27FC236}">
                <a16:creationId xmlns:a16="http://schemas.microsoft.com/office/drawing/2014/main" id="{44FC3640-E2D5-4026-FF8E-2BAD97B5BD70}"/>
              </a:ext>
            </a:extLst>
          </p:cNvPr>
          <p:cNvSpPr>
            <a:spLocks noGrp="1"/>
          </p:cNvSpPr>
          <p:nvPr>
            <p:ph type="sldNum" sz="quarter" idx="11"/>
          </p:nvPr>
        </p:nvSpPr>
        <p:spPr/>
        <p:txBody>
          <a:bodyPr/>
          <a:lstStyle/>
          <a:p>
            <a:fld id="{793608D5-1586-F84E-AC54-632C635393D2}" type="slidenum">
              <a:rPr lang="en-US" smtClean="0"/>
              <a:pPr/>
              <a:t>18</a:t>
            </a:fld>
            <a:endParaRPr lang="en-US"/>
          </a:p>
        </p:txBody>
      </p:sp>
      <p:pic>
        <p:nvPicPr>
          <p:cNvPr id="1026" name="Picture 2">
            <a:extLst>
              <a:ext uri="{FF2B5EF4-FFF2-40B4-BE49-F238E27FC236}">
                <a16:creationId xmlns:a16="http://schemas.microsoft.com/office/drawing/2014/main" id="{82E8F2B3-C55E-D651-519B-A6D956E427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3715" y="1093694"/>
            <a:ext cx="10003931" cy="43831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F27A169-99BE-F8C6-2569-C4671C95AFE9}"/>
              </a:ext>
            </a:extLst>
          </p:cNvPr>
          <p:cNvSpPr txBox="1"/>
          <p:nvPr/>
        </p:nvSpPr>
        <p:spPr>
          <a:xfrm>
            <a:off x="838200" y="5719482"/>
            <a:ext cx="7131424" cy="646331"/>
          </a:xfrm>
          <a:prstGeom prst="rect">
            <a:avLst/>
          </a:prstGeom>
          <a:noFill/>
        </p:spPr>
        <p:txBody>
          <a:bodyPr wrap="square" rtlCol="0">
            <a:spAutoFit/>
          </a:bodyPr>
          <a:lstStyle/>
          <a:p>
            <a:r>
              <a:rPr lang="en-US" dirty="0"/>
              <a:t>Workflow comprises of 3 </a:t>
            </a:r>
            <a:r>
              <a:rPr lang="en-US" dirty="0" err="1"/>
              <a:t>Gpt</a:t>
            </a:r>
            <a:r>
              <a:rPr lang="en-US" dirty="0"/>
              <a:t> models acting on 3 different instructions.</a:t>
            </a:r>
          </a:p>
          <a:p>
            <a:endParaRPr lang="en-US" dirty="0"/>
          </a:p>
        </p:txBody>
      </p:sp>
    </p:spTree>
    <p:extLst>
      <p:ext uri="{BB962C8B-B14F-4D97-AF65-F5344CB8AC3E}">
        <p14:creationId xmlns:p14="http://schemas.microsoft.com/office/powerpoint/2010/main" val="2561933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7018-1E14-8B1E-225C-31C406E5FF72}"/>
              </a:ext>
            </a:extLst>
          </p:cNvPr>
          <p:cNvSpPr>
            <a:spLocks noGrp="1"/>
          </p:cNvSpPr>
          <p:nvPr>
            <p:ph type="title"/>
          </p:nvPr>
        </p:nvSpPr>
        <p:spPr/>
        <p:txBody>
          <a:bodyPr/>
          <a:lstStyle/>
          <a:p>
            <a:r>
              <a:rPr lang="en-US" dirty="0"/>
              <a:t>Amplify web scraping</a:t>
            </a:r>
          </a:p>
        </p:txBody>
      </p:sp>
      <p:sp>
        <p:nvSpPr>
          <p:cNvPr id="3" name="Content Placeholder 2">
            <a:extLst>
              <a:ext uri="{FF2B5EF4-FFF2-40B4-BE49-F238E27FC236}">
                <a16:creationId xmlns:a16="http://schemas.microsoft.com/office/drawing/2014/main" id="{E725D21C-A4EA-8A4A-8F24-751DDBA29EE3}"/>
              </a:ext>
            </a:extLst>
          </p:cNvPr>
          <p:cNvSpPr>
            <a:spLocks noGrp="1"/>
          </p:cNvSpPr>
          <p:nvPr>
            <p:ph idx="1"/>
          </p:nvPr>
        </p:nvSpPr>
        <p:spPr/>
        <p:txBody>
          <a:bodyPr>
            <a:normAutofit/>
          </a:bodyPr>
          <a:lstStyle/>
          <a:p>
            <a:r>
              <a:rPr lang="en-US" dirty="0"/>
              <a:t>What is Web Scraping?</a:t>
            </a:r>
          </a:p>
          <a:p>
            <a:pPr marL="0" indent="0">
              <a:buNone/>
            </a:pPr>
            <a:r>
              <a:rPr lang="en-US" sz="1800" b="1" dirty="0"/>
              <a:t>Web scraping</a:t>
            </a:r>
            <a:r>
              <a:rPr lang="en-US" sz="1800" dirty="0"/>
              <a:t> is the process of automatically extracting data from websites. A scraper program sends requests to a webpage, processes the HTML response, and extracts the relevant information — like job listings, product prices, or weather data.</a:t>
            </a:r>
          </a:p>
          <a:p>
            <a:r>
              <a:rPr lang="en-US" dirty="0"/>
              <a:t>What is AWS Amplify?</a:t>
            </a:r>
          </a:p>
          <a:p>
            <a:pPr marL="0" indent="0">
              <a:buNone/>
            </a:pPr>
            <a:r>
              <a:rPr lang="en-US" sz="1800" dirty="0"/>
              <a:t>This refers to using AWS </a:t>
            </a:r>
            <a:r>
              <a:rPr lang="en-US" sz="1800" dirty="0" err="1"/>
              <a:t>Amplify’s</a:t>
            </a:r>
            <a:r>
              <a:rPr lang="en-US" sz="1800" dirty="0"/>
              <a:t> serverless backend to perform web scraping, especially using AWS Lambda functions (which are often managed via Amplify CLI or Amplify Studio).</a:t>
            </a:r>
          </a:p>
          <a:p>
            <a:r>
              <a:rPr lang="en-US" dirty="0"/>
              <a:t>What are Actors?</a:t>
            </a:r>
          </a:p>
          <a:p>
            <a:pPr marL="0" indent="0">
              <a:buNone/>
            </a:pPr>
            <a:r>
              <a:rPr lang="en-US" sz="1900" dirty="0"/>
              <a:t>Actors are serverless cloud programs ideal for web scraping and automation. They are easy to develop, share, and build upon. They can be started manually using our API or scheduler, and they can be easily integrated with other apps.</a:t>
            </a:r>
          </a:p>
        </p:txBody>
      </p:sp>
      <p:sp>
        <p:nvSpPr>
          <p:cNvPr id="4" name="Slide Number Placeholder 3">
            <a:extLst>
              <a:ext uri="{FF2B5EF4-FFF2-40B4-BE49-F238E27FC236}">
                <a16:creationId xmlns:a16="http://schemas.microsoft.com/office/drawing/2014/main" id="{C0981AC8-8AB1-ACD6-79A7-93BC567D1B1E}"/>
              </a:ext>
            </a:extLst>
          </p:cNvPr>
          <p:cNvSpPr>
            <a:spLocks noGrp="1"/>
          </p:cNvSpPr>
          <p:nvPr>
            <p:ph type="sldNum" sz="quarter" idx="11"/>
          </p:nvPr>
        </p:nvSpPr>
        <p:spPr/>
        <p:txBody>
          <a:bodyPr/>
          <a:lstStyle/>
          <a:p>
            <a:fld id="{793608D5-1586-F84E-AC54-632C635393D2}" type="slidenum">
              <a:rPr lang="en-US" smtClean="0"/>
              <a:pPr/>
              <a:t>19</a:t>
            </a:fld>
            <a:endParaRPr lang="en-US"/>
          </a:p>
        </p:txBody>
      </p:sp>
    </p:spTree>
    <p:extLst>
      <p:ext uri="{BB962C8B-B14F-4D97-AF65-F5344CB8AC3E}">
        <p14:creationId xmlns:p14="http://schemas.microsoft.com/office/powerpoint/2010/main" val="1922683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EC479-9552-CC3D-112C-26A9CE294062}"/>
              </a:ext>
            </a:extLst>
          </p:cNvPr>
          <p:cNvSpPr>
            <a:spLocks noGrp="1"/>
          </p:cNvSpPr>
          <p:nvPr>
            <p:ph type="title"/>
          </p:nvPr>
        </p:nvSpPr>
        <p:spPr/>
        <p:txBody>
          <a:bodyPr/>
          <a:lstStyle/>
          <a:p>
            <a:r>
              <a:rPr lang="en-US" dirty="0"/>
              <a:t>Finding actors</a:t>
            </a:r>
          </a:p>
        </p:txBody>
      </p:sp>
      <p:sp>
        <p:nvSpPr>
          <p:cNvPr id="3" name="Content Placeholder 2">
            <a:extLst>
              <a:ext uri="{FF2B5EF4-FFF2-40B4-BE49-F238E27FC236}">
                <a16:creationId xmlns:a16="http://schemas.microsoft.com/office/drawing/2014/main" id="{8160BC05-2476-3CAC-BFAD-187BBBC6C4CD}"/>
              </a:ext>
            </a:extLst>
          </p:cNvPr>
          <p:cNvSpPr>
            <a:spLocks noGrp="1"/>
          </p:cNvSpPr>
          <p:nvPr>
            <p:ph idx="1"/>
          </p:nvPr>
        </p:nvSpPr>
        <p:spPr/>
        <p:txBody>
          <a:bodyPr/>
          <a:lstStyle/>
          <a:p>
            <a:r>
              <a:rPr lang="en-US" dirty="0"/>
              <a:t>Once you sign in to </a:t>
            </a:r>
            <a:r>
              <a:rPr lang="en-US" dirty="0" err="1"/>
              <a:t>Ampify</a:t>
            </a:r>
            <a:r>
              <a:rPr lang="en-US" dirty="0"/>
              <a:t>, they provide you with $5 balance and you can search for online sources you could scrape information out of.</a:t>
            </a:r>
          </a:p>
          <a:p>
            <a:endParaRPr lang="en-US" dirty="0"/>
          </a:p>
        </p:txBody>
      </p:sp>
      <p:sp>
        <p:nvSpPr>
          <p:cNvPr id="4" name="Slide Number Placeholder 3">
            <a:extLst>
              <a:ext uri="{FF2B5EF4-FFF2-40B4-BE49-F238E27FC236}">
                <a16:creationId xmlns:a16="http://schemas.microsoft.com/office/drawing/2014/main" id="{5480EE00-45BA-F4FE-F242-BDDA35FF827B}"/>
              </a:ext>
            </a:extLst>
          </p:cNvPr>
          <p:cNvSpPr>
            <a:spLocks noGrp="1"/>
          </p:cNvSpPr>
          <p:nvPr>
            <p:ph type="sldNum" sz="quarter" idx="11"/>
          </p:nvPr>
        </p:nvSpPr>
        <p:spPr/>
        <p:txBody>
          <a:bodyPr/>
          <a:lstStyle/>
          <a:p>
            <a:fld id="{793608D5-1586-F84E-AC54-632C635393D2}" type="slidenum">
              <a:rPr lang="en-US" smtClean="0"/>
              <a:pPr/>
              <a:t>20</a:t>
            </a:fld>
            <a:endParaRPr lang="en-US"/>
          </a:p>
        </p:txBody>
      </p:sp>
      <p:pic>
        <p:nvPicPr>
          <p:cNvPr id="6" name="Picture 5">
            <a:extLst>
              <a:ext uri="{FF2B5EF4-FFF2-40B4-BE49-F238E27FC236}">
                <a16:creationId xmlns:a16="http://schemas.microsoft.com/office/drawing/2014/main" id="{43CC7F5A-A19D-ECB8-CFA9-7D7DD6E6989E}"/>
              </a:ext>
            </a:extLst>
          </p:cNvPr>
          <p:cNvPicPr>
            <a:picLocks noChangeAspect="1"/>
          </p:cNvPicPr>
          <p:nvPr/>
        </p:nvPicPr>
        <p:blipFill>
          <a:blip r:embed="rId2"/>
          <a:stretch>
            <a:fillRect/>
          </a:stretch>
        </p:blipFill>
        <p:spPr>
          <a:xfrm>
            <a:off x="71718" y="2471898"/>
            <a:ext cx="9219602" cy="1914203"/>
          </a:xfrm>
          <a:prstGeom prst="rect">
            <a:avLst/>
          </a:prstGeom>
        </p:spPr>
      </p:pic>
      <p:sp>
        <p:nvSpPr>
          <p:cNvPr id="7" name="TextBox 6">
            <a:extLst>
              <a:ext uri="{FF2B5EF4-FFF2-40B4-BE49-F238E27FC236}">
                <a16:creationId xmlns:a16="http://schemas.microsoft.com/office/drawing/2014/main" id="{CFDC6D5E-D3EA-3D66-4CE8-3F01E9D01607}"/>
              </a:ext>
            </a:extLst>
          </p:cNvPr>
          <p:cNvSpPr txBox="1"/>
          <p:nvPr/>
        </p:nvSpPr>
        <p:spPr>
          <a:xfrm>
            <a:off x="9291320" y="2554941"/>
            <a:ext cx="1923527" cy="1754326"/>
          </a:xfrm>
          <a:prstGeom prst="rect">
            <a:avLst/>
          </a:prstGeom>
          <a:noFill/>
        </p:spPr>
        <p:txBody>
          <a:bodyPr wrap="square" rtlCol="0">
            <a:spAutoFit/>
          </a:bodyPr>
          <a:lstStyle/>
          <a:p>
            <a:r>
              <a:rPr lang="en-US" dirty="0"/>
              <a:t>These actors tell you exactly how much they will charge for scraping.</a:t>
            </a:r>
          </a:p>
          <a:p>
            <a:endParaRPr lang="en-US" dirty="0"/>
          </a:p>
        </p:txBody>
      </p:sp>
      <p:pic>
        <p:nvPicPr>
          <p:cNvPr id="9" name="Picture 8">
            <a:extLst>
              <a:ext uri="{FF2B5EF4-FFF2-40B4-BE49-F238E27FC236}">
                <a16:creationId xmlns:a16="http://schemas.microsoft.com/office/drawing/2014/main" id="{8CA13720-598F-8699-724F-7F57A9F7FB17}"/>
              </a:ext>
            </a:extLst>
          </p:cNvPr>
          <p:cNvPicPr>
            <a:picLocks noChangeAspect="1"/>
          </p:cNvPicPr>
          <p:nvPr/>
        </p:nvPicPr>
        <p:blipFill>
          <a:blip r:embed="rId3"/>
          <a:stretch>
            <a:fillRect/>
          </a:stretch>
        </p:blipFill>
        <p:spPr>
          <a:xfrm>
            <a:off x="454535" y="4417477"/>
            <a:ext cx="2067213" cy="2303998"/>
          </a:xfrm>
          <a:prstGeom prst="rect">
            <a:avLst/>
          </a:prstGeom>
        </p:spPr>
      </p:pic>
      <p:sp>
        <p:nvSpPr>
          <p:cNvPr id="10" name="TextBox 9">
            <a:extLst>
              <a:ext uri="{FF2B5EF4-FFF2-40B4-BE49-F238E27FC236}">
                <a16:creationId xmlns:a16="http://schemas.microsoft.com/office/drawing/2014/main" id="{32DFBB88-E6C7-7919-59AB-32BAC2C42E83}"/>
              </a:ext>
            </a:extLst>
          </p:cNvPr>
          <p:cNvSpPr txBox="1"/>
          <p:nvPr/>
        </p:nvSpPr>
        <p:spPr>
          <a:xfrm>
            <a:off x="2779059" y="4984376"/>
            <a:ext cx="2770094" cy="923330"/>
          </a:xfrm>
          <a:prstGeom prst="rect">
            <a:avLst/>
          </a:prstGeom>
          <a:noFill/>
        </p:spPr>
        <p:txBody>
          <a:bodyPr wrap="square" rtlCol="0">
            <a:spAutoFit/>
          </a:bodyPr>
          <a:lstStyle/>
          <a:p>
            <a:r>
              <a:rPr lang="en-US" dirty="0"/>
              <a:t>You initially get $5 as signup bonus.</a:t>
            </a:r>
          </a:p>
          <a:p>
            <a:endParaRPr lang="en-US" dirty="0"/>
          </a:p>
        </p:txBody>
      </p:sp>
    </p:spTree>
    <p:extLst>
      <p:ext uri="{BB962C8B-B14F-4D97-AF65-F5344CB8AC3E}">
        <p14:creationId xmlns:p14="http://schemas.microsoft.com/office/powerpoint/2010/main" val="3155896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92858-1242-132D-FD49-537025145CBF}"/>
              </a:ext>
            </a:extLst>
          </p:cNvPr>
          <p:cNvSpPr>
            <a:spLocks noGrp="1"/>
          </p:cNvSpPr>
          <p:nvPr>
            <p:ph type="title"/>
          </p:nvPr>
        </p:nvSpPr>
        <p:spPr/>
        <p:txBody>
          <a:bodyPr/>
          <a:lstStyle/>
          <a:p>
            <a:r>
              <a:rPr lang="en-US" dirty="0"/>
              <a:t>Finding actors</a:t>
            </a:r>
          </a:p>
        </p:txBody>
      </p:sp>
      <p:pic>
        <p:nvPicPr>
          <p:cNvPr id="6" name="Content Placeholder 5">
            <a:extLst>
              <a:ext uri="{FF2B5EF4-FFF2-40B4-BE49-F238E27FC236}">
                <a16:creationId xmlns:a16="http://schemas.microsoft.com/office/drawing/2014/main" id="{7256B3C3-184D-4BB2-A639-F746D4A31C58}"/>
              </a:ext>
            </a:extLst>
          </p:cNvPr>
          <p:cNvPicPr>
            <a:picLocks noGrp="1" noChangeAspect="1"/>
          </p:cNvPicPr>
          <p:nvPr>
            <p:ph idx="1"/>
          </p:nvPr>
        </p:nvPicPr>
        <p:blipFill>
          <a:blip r:embed="rId2"/>
          <a:stretch>
            <a:fillRect/>
          </a:stretch>
        </p:blipFill>
        <p:spPr>
          <a:xfrm>
            <a:off x="0" y="1381125"/>
            <a:ext cx="6372845" cy="4095750"/>
          </a:xfrm>
          <a:prstGeom prst="rect">
            <a:avLst/>
          </a:prstGeom>
        </p:spPr>
      </p:pic>
      <p:sp>
        <p:nvSpPr>
          <p:cNvPr id="4" name="Slide Number Placeholder 3">
            <a:extLst>
              <a:ext uri="{FF2B5EF4-FFF2-40B4-BE49-F238E27FC236}">
                <a16:creationId xmlns:a16="http://schemas.microsoft.com/office/drawing/2014/main" id="{E4204EC2-58A3-E7BD-8090-E9CFC5621863}"/>
              </a:ext>
            </a:extLst>
          </p:cNvPr>
          <p:cNvSpPr>
            <a:spLocks noGrp="1"/>
          </p:cNvSpPr>
          <p:nvPr>
            <p:ph type="sldNum" sz="quarter" idx="11"/>
          </p:nvPr>
        </p:nvSpPr>
        <p:spPr/>
        <p:txBody>
          <a:bodyPr/>
          <a:lstStyle/>
          <a:p>
            <a:fld id="{793608D5-1586-F84E-AC54-632C635393D2}" type="slidenum">
              <a:rPr lang="en-US" smtClean="0"/>
              <a:pPr/>
              <a:t>21</a:t>
            </a:fld>
            <a:endParaRPr lang="en-US"/>
          </a:p>
        </p:txBody>
      </p:sp>
      <p:grpSp>
        <p:nvGrpSpPr>
          <p:cNvPr id="13" name="Group 12">
            <a:extLst>
              <a:ext uri="{FF2B5EF4-FFF2-40B4-BE49-F238E27FC236}">
                <a16:creationId xmlns:a16="http://schemas.microsoft.com/office/drawing/2014/main" id="{2D2A38E6-3A19-131D-B28D-2E82AAB3CB94}"/>
              </a:ext>
            </a:extLst>
          </p:cNvPr>
          <p:cNvGrpSpPr/>
          <p:nvPr/>
        </p:nvGrpSpPr>
        <p:grpSpPr>
          <a:xfrm>
            <a:off x="-74013" y="2191878"/>
            <a:ext cx="8014320" cy="649080"/>
            <a:chOff x="-74013" y="2191878"/>
            <a:chExt cx="8014320" cy="64908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89F6F88E-BD98-02CC-1CD0-755152AE7FDB}"/>
                    </a:ext>
                  </a:extLst>
                </p14:cNvPr>
                <p14:cNvContentPartPr/>
                <p14:nvPr/>
              </p14:nvContentPartPr>
              <p14:xfrm>
                <a:off x="-74013" y="2191878"/>
                <a:ext cx="1747080" cy="542520"/>
              </p14:xfrm>
            </p:contentPart>
          </mc:Choice>
          <mc:Fallback xmlns="">
            <p:pic>
              <p:nvPicPr>
                <p:cNvPr id="7" name="Ink 6">
                  <a:extLst>
                    <a:ext uri="{FF2B5EF4-FFF2-40B4-BE49-F238E27FC236}">
                      <a16:creationId xmlns:a16="http://schemas.microsoft.com/office/drawing/2014/main" id="{89F6F88E-BD98-02CC-1CD0-755152AE7FDB}"/>
                    </a:ext>
                  </a:extLst>
                </p:cNvPr>
                <p:cNvPicPr/>
                <p:nvPr/>
              </p:nvPicPr>
              <p:blipFill>
                <a:blip r:embed="rId4"/>
                <a:stretch>
                  <a:fillRect/>
                </a:stretch>
              </p:blipFill>
              <p:spPr>
                <a:xfrm>
                  <a:off x="-80133" y="2185758"/>
                  <a:ext cx="1759320" cy="55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8CAADB0-56B9-0EB1-253D-7F984B5DEE16}"/>
                    </a:ext>
                  </a:extLst>
                </p14:cNvPr>
                <p14:cNvContentPartPr/>
                <p14:nvPr/>
              </p14:nvContentPartPr>
              <p14:xfrm>
                <a:off x="1688187" y="2564478"/>
                <a:ext cx="6153840" cy="183960"/>
              </p14:xfrm>
            </p:contentPart>
          </mc:Choice>
          <mc:Fallback xmlns="">
            <p:pic>
              <p:nvPicPr>
                <p:cNvPr id="8" name="Ink 7">
                  <a:extLst>
                    <a:ext uri="{FF2B5EF4-FFF2-40B4-BE49-F238E27FC236}">
                      <a16:creationId xmlns:a16="http://schemas.microsoft.com/office/drawing/2014/main" id="{68CAADB0-56B9-0EB1-253D-7F984B5DEE16}"/>
                    </a:ext>
                  </a:extLst>
                </p:cNvPr>
                <p:cNvPicPr/>
                <p:nvPr/>
              </p:nvPicPr>
              <p:blipFill>
                <a:blip r:embed="rId6"/>
                <a:stretch>
                  <a:fillRect/>
                </a:stretch>
              </p:blipFill>
              <p:spPr>
                <a:xfrm>
                  <a:off x="1682067" y="2558358"/>
                  <a:ext cx="61660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EA786662-C069-FB02-58BA-A983F3383E9F}"/>
                    </a:ext>
                  </a:extLst>
                </p14:cNvPr>
                <p14:cNvContentPartPr/>
                <p14:nvPr/>
              </p14:nvContentPartPr>
              <p14:xfrm>
                <a:off x="7648347" y="2490678"/>
                <a:ext cx="291960" cy="290520"/>
              </p14:xfrm>
            </p:contentPart>
          </mc:Choice>
          <mc:Fallback xmlns="">
            <p:pic>
              <p:nvPicPr>
                <p:cNvPr id="9" name="Ink 8">
                  <a:extLst>
                    <a:ext uri="{FF2B5EF4-FFF2-40B4-BE49-F238E27FC236}">
                      <a16:creationId xmlns:a16="http://schemas.microsoft.com/office/drawing/2014/main" id="{EA786662-C069-FB02-58BA-A983F3383E9F}"/>
                    </a:ext>
                  </a:extLst>
                </p:cNvPr>
                <p:cNvPicPr/>
                <p:nvPr/>
              </p:nvPicPr>
              <p:blipFill>
                <a:blip r:embed="rId8"/>
                <a:stretch>
                  <a:fillRect/>
                </a:stretch>
              </p:blipFill>
              <p:spPr>
                <a:xfrm>
                  <a:off x="7642227" y="2484558"/>
                  <a:ext cx="30420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52D39400-2287-6BE6-D555-FA4AF6D89F45}"/>
                    </a:ext>
                  </a:extLst>
                </p14:cNvPr>
                <p14:cNvContentPartPr/>
                <p14:nvPr/>
              </p14:nvContentPartPr>
              <p14:xfrm>
                <a:off x="7717107" y="2528118"/>
                <a:ext cx="167400" cy="10440"/>
              </p14:xfrm>
            </p:contentPart>
          </mc:Choice>
          <mc:Fallback xmlns="">
            <p:pic>
              <p:nvPicPr>
                <p:cNvPr id="11" name="Ink 10">
                  <a:extLst>
                    <a:ext uri="{FF2B5EF4-FFF2-40B4-BE49-F238E27FC236}">
                      <a16:creationId xmlns:a16="http://schemas.microsoft.com/office/drawing/2014/main" id="{52D39400-2287-6BE6-D555-FA4AF6D89F45}"/>
                    </a:ext>
                  </a:extLst>
                </p:cNvPr>
                <p:cNvPicPr/>
                <p:nvPr/>
              </p:nvPicPr>
              <p:blipFill>
                <a:blip r:embed="rId10"/>
                <a:stretch>
                  <a:fillRect/>
                </a:stretch>
              </p:blipFill>
              <p:spPr>
                <a:xfrm>
                  <a:off x="7710987" y="2521998"/>
                  <a:ext cx="17964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1AFD0E9-CFA2-38D6-D1D2-A37534B5A6B1}"/>
                    </a:ext>
                  </a:extLst>
                </p14:cNvPr>
                <p14:cNvContentPartPr/>
                <p14:nvPr/>
              </p14:nvContentPartPr>
              <p14:xfrm>
                <a:off x="7767507" y="2528118"/>
                <a:ext cx="116640" cy="312840"/>
              </p14:xfrm>
            </p:contentPart>
          </mc:Choice>
          <mc:Fallback xmlns="">
            <p:pic>
              <p:nvPicPr>
                <p:cNvPr id="12" name="Ink 11">
                  <a:extLst>
                    <a:ext uri="{FF2B5EF4-FFF2-40B4-BE49-F238E27FC236}">
                      <a16:creationId xmlns:a16="http://schemas.microsoft.com/office/drawing/2014/main" id="{31AFD0E9-CFA2-38D6-D1D2-A37534B5A6B1}"/>
                    </a:ext>
                  </a:extLst>
                </p:cNvPr>
                <p:cNvPicPr/>
                <p:nvPr/>
              </p:nvPicPr>
              <p:blipFill>
                <a:blip r:embed="rId12"/>
                <a:stretch>
                  <a:fillRect/>
                </a:stretch>
              </p:blipFill>
              <p:spPr>
                <a:xfrm>
                  <a:off x="7761387" y="2521998"/>
                  <a:ext cx="128880" cy="325080"/>
                </a:xfrm>
                <a:prstGeom prst="rect">
                  <a:avLst/>
                </a:prstGeom>
              </p:spPr>
            </p:pic>
          </mc:Fallback>
        </mc:AlternateContent>
      </p:grpSp>
      <p:sp>
        <p:nvSpPr>
          <p:cNvPr id="14" name="TextBox 13">
            <a:extLst>
              <a:ext uri="{FF2B5EF4-FFF2-40B4-BE49-F238E27FC236}">
                <a16:creationId xmlns:a16="http://schemas.microsoft.com/office/drawing/2014/main" id="{7582C9E8-428C-A625-C7B1-D3F5F24E2B91}"/>
              </a:ext>
            </a:extLst>
          </p:cNvPr>
          <p:cNvSpPr txBox="1"/>
          <p:nvPr/>
        </p:nvSpPr>
        <p:spPr>
          <a:xfrm>
            <a:off x="7940307" y="2313992"/>
            <a:ext cx="3676305" cy="646331"/>
          </a:xfrm>
          <a:prstGeom prst="rect">
            <a:avLst/>
          </a:prstGeom>
          <a:noFill/>
        </p:spPr>
        <p:txBody>
          <a:bodyPr wrap="square" rtlCol="0">
            <a:spAutoFit/>
          </a:bodyPr>
          <a:lstStyle/>
          <a:p>
            <a:r>
              <a:rPr lang="en-US" dirty="0"/>
              <a:t>We will use Run actor Synchronously to test the endpoint.</a:t>
            </a:r>
          </a:p>
        </p:txBody>
      </p:sp>
    </p:spTree>
    <p:extLst>
      <p:ext uri="{BB962C8B-B14F-4D97-AF65-F5344CB8AC3E}">
        <p14:creationId xmlns:p14="http://schemas.microsoft.com/office/powerpoint/2010/main" val="2578516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31B8D-9DD2-FA5E-7F46-725BEF8D2705}"/>
              </a:ext>
            </a:extLst>
          </p:cNvPr>
          <p:cNvSpPr>
            <a:spLocks noGrp="1"/>
          </p:cNvSpPr>
          <p:nvPr>
            <p:ph type="title"/>
          </p:nvPr>
        </p:nvSpPr>
        <p:spPr/>
        <p:txBody>
          <a:bodyPr/>
          <a:lstStyle/>
          <a:p>
            <a:r>
              <a:rPr lang="en-US" dirty="0"/>
              <a:t>Finding actors</a:t>
            </a:r>
          </a:p>
        </p:txBody>
      </p:sp>
      <p:pic>
        <p:nvPicPr>
          <p:cNvPr id="6" name="Content Placeholder 5">
            <a:extLst>
              <a:ext uri="{FF2B5EF4-FFF2-40B4-BE49-F238E27FC236}">
                <a16:creationId xmlns:a16="http://schemas.microsoft.com/office/drawing/2014/main" id="{9AE971E4-60FD-DF6A-C5B9-8CD49A52A318}"/>
              </a:ext>
            </a:extLst>
          </p:cNvPr>
          <p:cNvPicPr>
            <a:picLocks noGrp="1" noChangeAspect="1"/>
          </p:cNvPicPr>
          <p:nvPr>
            <p:ph idx="1"/>
          </p:nvPr>
        </p:nvPicPr>
        <p:blipFill>
          <a:blip r:embed="rId2"/>
          <a:stretch>
            <a:fillRect/>
          </a:stretch>
        </p:blipFill>
        <p:spPr>
          <a:xfrm>
            <a:off x="306355" y="1586852"/>
            <a:ext cx="6749334" cy="4095750"/>
          </a:xfrm>
          <a:prstGeom prst="rect">
            <a:avLst/>
          </a:prstGeom>
        </p:spPr>
      </p:pic>
      <p:sp>
        <p:nvSpPr>
          <p:cNvPr id="4" name="Slide Number Placeholder 3">
            <a:extLst>
              <a:ext uri="{FF2B5EF4-FFF2-40B4-BE49-F238E27FC236}">
                <a16:creationId xmlns:a16="http://schemas.microsoft.com/office/drawing/2014/main" id="{D91D29A5-656D-5D2B-A225-0E1DF37E2D04}"/>
              </a:ext>
            </a:extLst>
          </p:cNvPr>
          <p:cNvSpPr>
            <a:spLocks noGrp="1"/>
          </p:cNvSpPr>
          <p:nvPr>
            <p:ph type="sldNum" sz="quarter" idx="11"/>
          </p:nvPr>
        </p:nvSpPr>
        <p:spPr/>
        <p:txBody>
          <a:bodyPr/>
          <a:lstStyle/>
          <a:p>
            <a:fld id="{793608D5-1586-F84E-AC54-632C635393D2}" type="slidenum">
              <a:rPr lang="en-US" smtClean="0"/>
              <a:pPr/>
              <a:t>22</a:t>
            </a:fld>
            <a:endParaRPr lang="en-US"/>
          </a:p>
        </p:txBody>
      </p:sp>
      <p:grpSp>
        <p:nvGrpSpPr>
          <p:cNvPr id="10" name="Group 9">
            <a:extLst>
              <a:ext uri="{FF2B5EF4-FFF2-40B4-BE49-F238E27FC236}">
                <a16:creationId xmlns:a16="http://schemas.microsoft.com/office/drawing/2014/main" id="{E4C49461-2946-547F-CECD-350BBD0956E7}"/>
              </a:ext>
            </a:extLst>
          </p:cNvPr>
          <p:cNvGrpSpPr/>
          <p:nvPr/>
        </p:nvGrpSpPr>
        <p:grpSpPr>
          <a:xfrm>
            <a:off x="1211907" y="2341278"/>
            <a:ext cx="6553080" cy="560880"/>
            <a:chOff x="1211907" y="2341278"/>
            <a:chExt cx="6553080" cy="56088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FC13093E-DFEC-F908-0927-F3E9BCFE45AA}"/>
                    </a:ext>
                  </a:extLst>
                </p14:cNvPr>
                <p14:cNvContentPartPr/>
                <p14:nvPr/>
              </p14:nvContentPartPr>
              <p14:xfrm>
                <a:off x="1211907" y="2397078"/>
                <a:ext cx="525960" cy="348120"/>
              </p14:xfrm>
            </p:contentPart>
          </mc:Choice>
          <mc:Fallback xmlns="">
            <p:pic>
              <p:nvPicPr>
                <p:cNvPr id="7" name="Ink 6">
                  <a:extLst>
                    <a:ext uri="{FF2B5EF4-FFF2-40B4-BE49-F238E27FC236}">
                      <a16:creationId xmlns:a16="http://schemas.microsoft.com/office/drawing/2014/main" id="{FC13093E-DFEC-F908-0927-F3E9BCFE45AA}"/>
                    </a:ext>
                  </a:extLst>
                </p:cNvPr>
                <p:cNvPicPr/>
                <p:nvPr/>
              </p:nvPicPr>
              <p:blipFill>
                <a:blip r:embed="rId4"/>
                <a:stretch>
                  <a:fillRect/>
                </a:stretch>
              </p:blipFill>
              <p:spPr>
                <a:xfrm>
                  <a:off x="1205787" y="2390958"/>
                  <a:ext cx="53820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7BA0B06-BFCC-9FB6-9E6A-D0C2E9436A5E}"/>
                    </a:ext>
                  </a:extLst>
                </p14:cNvPr>
                <p14:cNvContentPartPr/>
                <p14:nvPr/>
              </p14:nvContentPartPr>
              <p14:xfrm>
                <a:off x="1790787" y="2426238"/>
                <a:ext cx="5928480" cy="475920"/>
              </p14:xfrm>
            </p:contentPart>
          </mc:Choice>
          <mc:Fallback xmlns="">
            <p:pic>
              <p:nvPicPr>
                <p:cNvPr id="8" name="Ink 7">
                  <a:extLst>
                    <a:ext uri="{FF2B5EF4-FFF2-40B4-BE49-F238E27FC236}">
                      <a16:creationId xmlns:a16="http://schemas.microsoft.com/office/drawing/2014/main" id="{87BA0B06-BFCC-9FB6-9E6A-D0C2E9436A5E}"/>
                    </a:ext>
                  </a:extLst>
                </p:cNvPr>
                <p:cNvPicPr/>
                <p:nvPr/>
              </p:nvPicPr>
              <p:blipFill>
                <a:blip r:embed="rId6"/>
                <a:stretch>
                  <a:fillRect/>
                </a:stretch>
              </p:blipFill>
              <p:spPr>
                <a:xfrm>
                  <a:off x="1784667" y="2420118"/>
                  <a:ext cx="5940720"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0AFFAFB-D040-1DCF-436A-1206A3B1A002}"/>
                    </a:ext>
                  </a:extLst>
                </p14:cNvPr>
                <p14:cNvContentPartPr/>
                <p14:nvPr/>
              </p14:nvContentPartPr>
              <p14:xfrm>
                <a:off x="7447467" y="2341278"/>
                <a:ext cx="317520" cy="428040"/>
              </p14:xfrm>
            </p:contentPart>
          </mc:Choice>
          <mc:Fallback xmlns="">
            <p:pic>
              <p:nvPicPr>
                <p:cNvPr id="9" name="Ink 8">
                  <a:extLst>
                    <a:ext uri="{FF2B5EF4-FFF2-40B4-BE49-F238E27FC236}">
                      <a16:creationId xmlns:a16="http://schemas.microsoft.com/office/drawing/2014/main" id="{00AFFAFB-D040-1DCF-436A-1206A3B1A002}"/>
                    </a:ext>
                  </a:extLst>
                </p:cNvPr>
                <p:cNvPicPr/>
                <p:nvPr/>
              </p:nvPicPr>
              <p:blipFill>
                <a:blip r:embed="rId8"/>
                <a:stretch>
                  <a:fillRect/>
                </a:stretch>
              </p:blipFill>
              <p:spPr>
                <a:xfrm>
                  <a:off x="7441347" y="2335158"/>
                  <a:ext cx="329760" cy="440280"/>
                </a:xfrm>
                <a:prstGeom prst="rect">
                  <a:avLst/>
                </a:prstGeom>
              </p:spPr>
            </p:pic>
          </mc:Fallback>
        </mc:AlternateContent>
      </p:grpSp>
      <p:sp>
        <p:nvSpPr>
          <p:cNvPr id="11" name="TextBox 10">
            <a:extLst>
              <a:ext uri="{FF2B5EF4-FFF2-40B4-BE49-F238E27FC236}">
                <a16:creationId xmlns:a16="http://schemas.microsoft.com/office/drawing/2014/main" id="{B4452025-5E3F-558F-B6AF-05FCA832AACC}"/>
              </a:ext>
            </a:extLst>
          </p:cNvPr>
          <p:cNvSpPr txBox="1"/>
          <p:nvPr/>
        </p:nvSpPr>
        <p:spPr>
          <a:xfrm>
            <a:off x="7893698" y="2192694"/>
            <a:ext cx="4140822" cy="923330"/>
          </a:xfrm>
          <a:prstGeom prst="rect">
            <a:avLst/>
          </a:prstGeom>
          <a:noFill/>
        </p:spPr>
        <p:txBody>
          <a:bodyPr wrap="square" rtlCol="0">
            <a:spAutoFit/>
          </a:bodyPr>
          <a:lstStyle/>
          <a:p>
            <a:r>
              <a:rPr lang="en-US" dirty="0"/>
              <a:t>We will use the API token in the form of curl to copy directly into the n8n Http request.</a:t>
            </a:r>
          </a:p>
        </p:txBody>
      </p:sp>
    </p:spTree>
    <p:extLst>
      <p:ext uri="{BB962C8B-B14F-4D97-AF65-F5344CB8AC3E}">
        <p14:creationId xmlns:p14="http://schemas.microsoft.com/office/powerpoint/2010/main" val="4015089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4F611-113A-7AC2-8F75-CE6B270C71EE}"/>
              </a:ext>
            </a:extLst>
          </p:cNvPr>
          <p:cNvSpPr>
            <a:spLocks noGrp="1"/>
          </p:cNvSpPr>
          <p:nvPr>
            <p:ph type="title"/>
          </p:nvPr>
        </p:nvSpPr>
        <p:spPr/>
        <p:txBody>
          <a:bodyPr/>
          <a:lstStyle/>
          <a:p>
            <a:r>
              <a:rPr lang="en-US" b="1" dirty="0"/>
              <a:t>Step 1 : SET UPA TRIGGER</a:t>
            </a:r>
            <a:r>
              <a:rPr lang="en-US" dirty="0"/>
              <a:t>​</a:t>
            </a:r>
          </a:p>
        </p:txBody>
      </p:sp>
      <p:sp>
        <p:nvSpPr>
          <p:cNvPr id="3" name="Content Placeholder 2">
            <a:extLst>
              <a:ext uri="{FF2B5EF4-FFF2-40B4-BE49-F238E27FC236}">
                <a16:creationId xmlns:a16="http://schemas.microsoft.com/office/drawing/2014/main" id="{D08D2B68-71DF-1A84-1257-82AFAE1A708A}"/>
              </a:ext>
            </a:extLst>
          </p:cNvPr>
          <p:cNvSpPr>
            <a:spLocks noGrp="1"/>
          </p:cNvSpPr>
          <p:nvPr>
            <p:ph idx="1"/>
          </p:nvPr>
        </p:nvSpPr>
        <p:spPr>
          <a:xfrm>
            <a:off x="838200" y="1136278"/>
            <a:ext cx="10515600" cy="4405621"/>
          </a:xfrm>
        </p:spPr>
        <p:txBody>
          <a:bodyPr>
            <a:normAutofit/>
          </a:bodyPr>
          <a:lstStyle/>
          <a:p>
            <a:r>
              <a:rPr lang="en-US" sz="1800" dirty="0"/>
              <a:t>A Trigger is the starting point of an automation workflow in n8n. It "listens" for a certain event — such as receiving a webhook, a new email, a scheduled time, or a new database entry — and starts the workflow when that event occurs.</a:t>
            </a:r>
          </a:p>
          <a:p>
            <a:endParaRPr lang="en-US" sz="1800" dirty="0"/>
          </a:p>
        </p:txBody>
      </p:sp>
      <p:sp>
        <p:nvSpPr>
          <p:cNvPr id="4" name="Slide Number Placeholder 3">
            <a:extLst>
              <a:ext uri="{FF2B5EF4-FFF2-40B4-BE49-F238E27FC236}">
                <a16:creationId xmlns:a16="http://schemas.microsoft.com/office/drawing/2014/main" id="{FD7B79C4-38BC-6B25-7D3C-C2E2F02338B7}"/>
              </a:ext>
            </a:extLst>
          </p:cNvPr>
          <p:cNvSpPr>
            <a:spLocks noGrp="1"/>
          </p:cNvSpPr>
          <p:nvPr>
            <p:ph type="sldNum" sz="quarter" idx="11"/>
          </p:nvPr>
        </p:nvSpPr>
        <p:spPr/>
        <p:txBody>
          <a:bodyPr/>
          <a:lstStyle/>
          <a:p>
            <a:fld id="{793608D5-1586-F84E-AC54-632C635393D2}" type="slidenum">
              <a:rPr lang="en-US" smtClean="0"/>
              <a:pPr/>
              <a:t>23</a:t>
            </a:fld>
            <a:endParaRPr lang="en-US"/>
          </a:p>
        </p:txBody>
      </p:sp>
      <p:pic>
        <p:nvPicPr>
          <p:cNvPr id="2050" name="Picture 2">
            <a:extLst>
              <a:ext uri="{FF2B5EF4-FFF2-40B4-BE49-F238E27FC236}">
                <a16:creationId xmlns:a16="http://schemas.microsoft.com/office/drawing/2014/main" id="{941D5959-AE0D-3BF6-EE97-A0F1AD33D2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22437"/>
            <a:ext cx="5048250" cy="46990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FFC0AA-1854-BF91-DCC9-BDB8591CD9F1}"/>
              </a:ext>
            </a:extLst>
          </p:cNvPr>
          <p:cNvSpPr txBox="1"/>
          <p:nvPr/>
        </p:nvSpPr>
        <p:spPr>
          <a:xfrm>
            <a:off x="5048250" y="2022437"/>
            <a:ext cx="3218329" cy="1754326"/>
          </a:xfrm>
          <a:prstGeom prst="rect">
            <a:avLst/>
          </a:prstGeom>
          <a:noFill/>
        </p:spPr>
        <p:txBody>
          <a:bodyPr wrap="square" rtlCol="0">
            <a:spAutoFit/>
          </a:bodyPr>
          <a:lstStyle/>
          <a:p>
            <a:r>
              <a:rPr lang="en-US" dirty="0"/>
              <a:t>Here we are setting up a trigger for every day at 12 pm. This way this automation will run everyday exactly at noon and extract all the information needed.</a:t>
            </a:r>
          </a:p>
        </p:txBody>
      </p:sp>
    </p:spTree>
    <p:extLst>
      <p:ext uri="{BB962C8B-B14F-4D97-AF65-F5344CB8AC3E}">
        <p14:creationId xmlns:p14="http://schemas.microsoft.com/office/powerpoint/2010/main" val="2937772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AB58-EA26-A801-B3E3-9A27C39AF7B3}"/>
              </a:ext>
            </a:extLst>
          </p:cNvPr>
          <p:cNvSpPr>
            <a:spLocks noGrp="1"/>
          </p:cNvSpPr>
          <p:nvPr>
            <p:ph type="title"/>
          </p:nvPr>
        </p:nvSpPr>
        <p:spPr/>
        <p:txBody>
          <a:bodyPr/>
          <a:lstStyle/>
          <a:p>
            <a:r>
              <a:rPr lang="en-US" dirty="0"/>
              <a:t>Step 2 – JobScrapingusing </a:t>
            </a:r>
            <a:r>
              <a:rPr lang="en-US" dirty="0" err="1"/>
              <a:t>Ampify</a:t>
            </a:r>
            <a:r>
              <a:rPr lang="en-US" dirty="0"/>
              <a:t>​</a:t>
            </a:r>
          </a:p>
        </p:txBody>
      </p:sp>
      <p:sp>
        <p:nvSpPr>
          <p:cNvPr id="3" name="Content Placeholder 2">
            <a:extLst>
              <a:ext uri="{FF2B5EF4-FFF2-40B4-BE49-F238E27FC236}">
                <a16:creationId xmlns:a16="http://schemas.microsoft.com/office/drawing/2014/main" id="{D9DD59BD-543D-5DB5-9F35-4055B82AE4A7}"/>
              </a:ext>
            </a:extLst>
          </p:cNvPr>
          <p:cNvSpPr>
            <a:spLocks noGrp="1"/>
          </p:cNvSpPr>
          <p:nvPr>
            <p:ph idx="1"/>
          </p:nvPr>
        </p:nvSpPr>
        <p:spPr/>
        <p:txBody>
          <a:bodyPr>
            <a:normAutofit/>
          </a:bodyPr>
          <a:lstStyle/>
          <a:p>
            <a:r>
              <a:rPr lang="en-US" sz="1800" dirty="0"/>
              <a:t>The </a:t>
            </a:r>
            <a:r>
              <a:rPr lang="en-US" sz="1800" b="1" dirty="0"/>
              <a:t>HTTP Request node</a:t>
            </a:r>
            <a:r>
              <a:rPr lang="en-US" sz="1800" dirty="0"/>
              <a:t> in n8n lets you make requests to </a:t>
            </a:r>
            <a:r>
              <a:rPr lang="en-US" sz="1800" b="1" dirty="0"/>
              <a:t>any API endpoint</a:t>
            </a:r>
            <a:r>
              <a:rPr lang="en-US" sz="1800" dirty="0"/>
              <a:t> using different HTTP methods (GET, POST, PUT, DELETE, etc.). You can use it to </a:t>
            </a:r>
            <a:r>
              <a:rPr lang="en-US" sz="1800" b="1" dirty="0"/>
              <a:t>send or retrieve data</a:t>
            </a:r>
            <a:r>
              <a:rPr lang="en-US" sz="1800" dirty="0"/>
              <a:t> from external systems — even if there’s no built-in n8n integration.</a:t>
            </a:r>
          </a:p>
          <a:p>
            <a:r>
              <a:rPr lang="en-US" sz="1800" dirty="0"/>
              <a:t>Here we will connect </a:t>
            </a:r>
            <a:r>
              <a:rPr lang="en-US" sz="1800" dirty="0" err="1"/>
              <a:t>Ampify</a:t>
            </a:r>
            <a:r>
              <a:rPr lang="en-US" sz="1800" dirty="0"/>
              <a:t> to the http request in n8n.</a:t>
            </a:r>
          </a:p>
          <a:p>
            <a:endParaRPr lang="en-US" sz="1800" dirty="0"/>
          </a:p>
        </p:txBody>
      </p:sp>
      <p:sp>
        <p:nvSpPr>
          <p:cNvPr id="4" name="Slide Number Placeholder 3">
            <a:extLst>
              <a:ext uri="{FF2B5EF4-FFF2-40B4-BE49-F238E27FC236}">
                <a16:creationId xmlns:a16="http://schemas.microsoft.com/office/drawing/2014/main" id="{B7E3EF56-9C5C-246E-5ACB-92CDCE34B735}"/>
              </a:ext>
            </a:extLst>
          </p:cNvPr>
          <p:cNvSpPr>
            <a:spLocks noGrp="1"/>
          </p:cNvSpPr>
          <p:nvPr>
            <p:ph type="sldNum" sz="quarter" idx="11"/>
          </p:nvPr>
        </p:nvSpPr>
        <p:spPr/>
        <p:txBody>
          <a:bodyPr/>
          <a:lstStyle/>
          <a:p>
            <a:fld id="{793608D5-1586-F84E-AC54-632C635393D2}" type="slidenum">
              <a:rPr lang="en-US" smtClean="0"/>
              <a:pPr/>
              <a:t>24</a:t>
            </a:fld>
            <a:endParaRPr lang="en-US"/>
          </a:p>
        </p:txBody>
      </p:sp>
      <p:pic>
        <p:nvPicPr>
          <p:cNvPr id="6" name="Picture 5">
            <a:extLst>
              <a:ext uri="{FF2B5EF4-FFF2-40B4-BE49-F238E27FC236}">
                <a16:creationId xmlns:a16="http://schemas.microsoft.com/office/drawing/2014/main" id="{989FB10A-1B67-5607-67E9-B519E5F3D31E}"/>
              </a:ext>
            </a:extLst>
          </p:cNvPr>
          <p:cNvPicPr>
            <a:picLocks noChangeAspect="1"/>
          </p:cNvPicPr>
          <p:nvPr/>
        </p:nvPicPr>
        <p:blipFill>
          <a:blip r:embed="rId2"/>
          <a:stretch>
            <a:fillRect/>
          </a:stretch>
        </p:blipFill>
        <p:spPr>
          <a:xfrm>
            <a:off x="0" y="2474259"/>
            <a:ext cx="7279341" cy="2940424"/>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61F92DB2-C830-42C0-32A3-DA37DC4350CC}"/>
                  </a:ext>
                </a:extLst>
              </p14:cNvPr>
              <p14:cNvContentPartPr/>
              <p14:nvPr/>
            </p14:nvContentPartPr>
            <p14:xfrm>
              <a:off x="6673892" y="2601311"/>
              <a:ext cx="300240" cy="300240"/>
            </p14:xfrm>
          </p:contentPart>
        </mc:Choice>
        <mc:Fallback xmlns="">
          <p:pic>
            <p:nvPicPr>
              <p:cNvPr id="9" name="Ink 8">
                <a:extLst>
                  <a:ext uri="{FF2B5EF4-FFF2-40B4-BE49-F238E27FC236}">
                    <a16:creationId xmlns:a16="http://schemas.microsoft.com/office/drawing/2014/main" id="{61F92DB2-C830-42C0-32A3-DA37DC4350CC}"/>
                  </a:ext>
                </a:extLst>
              </p:cNvPr>
              <p:cNvPicPr/>
              <p:nvPr/>
            </p:nvPicPr>
            <p:blipFill>
              <a:blip r:embed="rId4"/>
              <a:stretch>
                <a:fillRect/>
              </a:stretch>
            </p:blipFill>
            <p:spPr>
              <a:xfrm>
                <a:off x="6667772" y="2595191"/>
                <a:ext cx="312480" cy="312480"/>
              </a:xfrm>
              <a:prstGeom prst="rect">
                <a:avLst/>
              </a:prstGeom>
            </p:spPr>
          </p:pic>
        </mc:Fallback>
      </mc:AlternateContent>
      <p:grpSp>
        <p:nvGrpSpPr>
          <p:cNvPr id="13" name="Group 12">
            <a:extLst>
              <a:ext uri="{FF2B5EF4-FFF2-40B4-BE49-F238E27FC236}">
                <a16:creationId xmlns:a16="http://schemas.microsoft.com/office/drawing/2014/main" id="{B4AC4B65-A71C-5191-F59D-3B5A93D45722}"/>
              </a:ext>
            </a:extLst>
          </p:cNvPr>
          <p:cNvGrpSpPr/>
          <p:nvPr/>
        </p:nvGrpSpPr>
        <p:grpSpPr>
          <a:xfrm>
            <a:off x="6711332" y="2931071"/>
            <a:ext cx="161640" cy="807840"/>
            <a:chOff x="6711332" y="2931071"/>
            <a:chExt cx="161640" cy="80784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CCC6ECDA-4E8F-224D-EA44-435D9F35B14D}"/>
                    </a:ext>
                  </a:extLst>
                </p14:cNvPr>
                <p14:cNvContentPartPr/>
                <p14:nvPr/>
              </p14:nvContentPartPr>
              <p14:xfrm>
                <a:off x="6749132" y="2931071"/>
                <a:ext cx="55440" cy="807840"/>
              </p14:xfrm>
            </p:contentPart>
          </mc:Choice>
          <mc:Fallback xmlns="">
            <p:pic>
              <p:nvPicPr>
                <p:cNvPr id="10" name="Ink 9">
                  <a:extLst>
                    <a:ext uri="{FF2B5EF4-FFF2-40B4-BE49-F238E27FC236}">
                      <a16:creationId xmlns:a16="http://schemas.microsoft.com/office/drawing/2014/main" id="{CCC6ECDA-4E8F-224D-EA44-435D9F35B14D}"/>
                    </a:ext>
                  </a:extLst>
                </p:cNvPr>
                <p:cNvPicPr/>
                <p:nvPr/>
              </p:nvPicPr>
              <p:blipFill>
                <a:blip r:embed="rId6"/>
                <a:stretch>
                  <a:fillRect/>
                </a:stretch>
              </p:blipFill>
              <p:spPr>
                <a:xfrm>
                  <a:off x="6743012" y="2924951"/>
                  <a:ext cx="67680" cy="820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A5B8659-B7C7-4372-AA88-7AD16B658DB1}"/>
                    </a:ext>
                  </a:extLst>
                </p14:cNvPr>
                <p14:cNvContentPartPr/>
                <p14:nvPr/>
              </p14:nvContentPartPr>
              <p14:xfrm>
                <a:off x="6711332" y="2958071"/>
                <a:ext cx="101880" cy="99360"/>
              </p14:xfrm>
            </p:contentPart>
          </mc:Choice>
          <mc:Fallback xmlns="">
            <p:pic>
              <p:nvPicPr>
                <p:cNvPr id="11" name="Ink 10">
                  <a:extLst>
                    <a:ext uri="{FF2B5EF4-FFF2-40B4-BE49-F238E27FC236}">
                      <a16:creationId xmlns:a16="http://schemas.microsoft.com/office/drawing/2014/main" id="{4A5B8659-B7C7-4372-AA88-7AD16B658DB1}"/>
                    </a:ext>
                  </a:extLst>
                </p:cNvPr>
                <p:cNvPicPr/>
                <p:nvPr/>
              </p:nvPicPr>
              <p:blipFill>
                <a:blip r:embed="rId8"/>
                <a:stretch>
                  <a:fillRect/>
                </a:stretch>
              </p:blipFill>
              <p:spPr>
                <a:xfrm>
                  <a:off x="6705212" y="2951951"/>
                  <a:ext cx="1141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CD91CD0B-67E7-FFC1-306A-D82610ED2EF9}"/>
                    </a:ext>
                  </a:extLst>
                </p14:cNvPr>
                <p14:cNvContentPartPr/>
                <p14:nvPr/>
              </p14:nvContentPartPr>
              <p14:xfrm>
                <a:off x="6821852" y="2975711"/>
                <a:ext cx="51120" cy="146160"/>
              </p14:xfrm>
            </p:contentPart>
          </mc:Choice>
          <mc:Fallback xmlns="">
            <p:pic>
              <p:nvPicPr>
                <p:cNvPr id="12" name="Ink 11">
                  <a:extLst>
                    <a:ext uri="{FF2B5EF4-FFF2-40B4-BE49-F238E27FC236}">
                      <a16:creationId xmlns:a16="http://schemas.microsoft.com/office/drawing/2014/main" id="{CD91CD0B-67E7-FFC1-306A-D82610ED2EF9}"/>
                    </a:ext>
                  </a:extLst>
                </p:cNvPr>
                <p:cNvPicPr/>
                <p:nvPr/>
              </p:nvPicPr>
              <p:blipFill>
                <a:blip r:embed="rId10"/>
                <a:stretch>
                  <a:fillRect/>
                </a:stretch>
              </p:blipFill>
              <p:spPr>
                <a:xfrm>
                  <a:off x="6815732" y="2969591"/>
                  <a:ext cx="63360" cy="158400"/>
                </a:xfrm>
                <a:prstGeom prst="rect">
                  <a:avLst/>
                </a:prstGeom>
              </p:spPr>
            </p:pic>
          </mc:Fallback>
        </mc:AlternateContent>
      </p:grpSp>
      <p:sp>
        <p:nvSpPr>
          <p:cNvPr id="14" name="TextBox 13">
            <a:extLst>
              <a:ext uri="{FF2B5EF4-FFF2-40B4-BE49-F238E27FC236}">
                <a16:creationId xmlns:a16="http://schemas.microsoft.com/office/drawing/2014/main" id="{FB2994DA-EAF0-EF45-8801-F4B02749918B}"/>
              </a:ext>
            </a:extLst>
          </p:cNvPr>
          <p:cNvSpPr txBox="1"/>
          <p:nvPr/>
        </p:nvSpPr>
        <p:spPr>
          <a:xfrm>
            <a:off x="5540188" y="3738911"/>
            <a:ext cx="1640541" cy="369332"/>
          </a:xfrm>
          <a:prstGeom prst="rect">
            <a:avLst/>
          </a:prstGeom>
          <a:noFill/>
        </p:spPr>
        <p:txBody>
          <a:bodyPr wrap="square" rtlCol="0">
            <a:spAutoFit/>
          </a:bodyPr>
          <a:lstStyle/>
          <a:p>
            <a:r>
              <a:rPr lang="en-US" dirty="0"/>
              <a:t>Click on API,</a:t>
            </a:r>
          </a:p>
        </p:txBody>
      </p:sp>
      <p:pic>
        <p:nvPicPr>
          <p:cNvPr id="16" name="Picture 15">
            <a:extLst>
              <a:ext uri="{FF2B5EF4-FFF2-40B4-BE49-F238E27FC236}">
                <a16:creationId xmlns:a16="http://schemas.microsoft.com/office/drawing/2014/main" id="{81354A71-7E38-60BD-93D3-A40CD431C9AE}"/>
              </a:ext>
            </a:extLst>
          </p:cNvPr>
          <p:cNvPicPr>
            <a:picLocks noChangeAspect="1"/>
          </p:cNvPicPr>
          <p:nvPr/>
        </p:nvPicPr>
        <p:blipFill>
          <a:blip r:embed="rId11"/>
          <a:stretch>
            <a:fillRect/>
          </a:stretch>
        </p:blipFill>
        <p:spPr>
          <a:xfrm>
            <a:off x="7627264" y="2415866"/>
            <a:ext cx="1514686" cy="1752845"/>
          </a:xfrm>
          <a:prstGeom prst="rect">
            <a:avLst/>
          </a:prstGeom>
        </p:spPr>
      </p:pic>
      <p:sp>
        <p:nvSpPr>
          <p:cNvPr id="19" name="TextBox 18">
            <a:extLst>
              <a:ext uri="{FF2B5EF4-FFF2-40B4-BE49-F238E27FC236}">
                <a16:creationId xmlns:a16="http://schemas.microsoft.com/office/drawing/2014/main" id="{B61E533E-6620-F3D7-D272-28C2C2664B89}"/>
              </a:ext>
            </a:extLst>
          </p:cNvPr>
          <p:cNvSpPr txBox="1"/>
          <p:nvPr/>
        </p:nvSpPr>
        <p:spPr>
          <a:xfrm>
            <a:off x="9511553" y="2474259"/>
            <a:ext cx="2190170" cy="1477328"/>
          </a:xfrm>
          <a:prstGeom prst="rect">
            <a:avLst/>
          </a:prstGeom>
          <a:noFill/>
        </p:spPr>
        <p:txBody>
          <a:bodyPr wrap="square" rtlCol="0">
            <a:spAutoFit/>
          </a:bodyPr>
          <a:lstStyle/>
          <a:p>
            <a:r>
              <a:rPr lang="en-US" dirty="0"/>
              <a:t>We are going to use API endpoint and CLI for connecting it to the http request.</a:t>
            </a:r>
          </a:p>
          <a:p>
            <a:endParaRPr lang="en-US" dirty="0"/>
          </a:p>
        </p:txBody>
      </p:sp>
    </p:spTree>
    <p:extLst>
      <p:ext uri="{BB962C8B-B14F-4D97-AF65-F5344CB8AC3E}">
        <p14:creationId xmlns:p14="http://schemas.microsoft.com/office/powerpoint/2010/main" val="1590124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0C0C8-6428-92E6-DC88-A35F9F5928DF}"/>
              </a:ext>
            </a:extLst>
          </p:cNvPr>
          <p:cNvSpPr>
            <a:spLocks noGrp="1"/>
          </p:cNvSpPr>
          <p:nvPr>
            <p:ph type="title"/>
          </p:nvPr>
        </p:nvSpPr>
        <p:spPr/>
        <p:txBody>
          <a:bodyPr/>
          <a:lstStyle/>
          <a:p>
            <a:r>
              <a:rPr lang="en-US" dirty="0"/>
              <a:t>Step 2 – JobScrapingusing </a:t>
            </a:r>
            <a:r>
              <a:rPr lang="en-US" dirty="0" err="1"/>
              <a:t>Ampify</a:t>
            </a:r>
            <a:r>
              <a:rPr lang="en-US" dirty="0"/>
              <a:t>​</a:t>
            </a:r>
          </a:p>
        </p:txBody>
      </p:sp>
      <p:sp>
        <p:nvSpPr>
          <p:cNvPr id="3" name="Content Placeholder 2">
            <a:extLst>
              <a:ext uri="{FF2B5EF4-FFF2-40B4-BE49-F238E27FC236}">
                <a16:creationId xmlns:a16="http://schemas.microsoft.com/office/drawing/2014/main" id="{B73546A3-2B68-AEC3-9182-601CAD1692AF}"/>
              </a:ext>
            </a:extLst>
          </p:cNvPr>
          <p:cNvSpPr>
            <a:spLocks noGrp="1"/>
          </p:cNvSpPr>
          <p:nvPr>
            <p:ph idx="1"/>
          </p:nvPr>
        </p:nvSpPr>
        <p:spPr>
          <a:xfrm>
            <a:off x="838200" y="1251284"/>
            <a:ext cx="5903259" cy="4095631"/>
          </a:xfrm>
        </p:spPr>
        <p:txBody>
          <a:bodyPr>
            <a:normAutofit lnSpcReduction="10000"/>
          </a:bodyPr>
          <a:lstStyle/>
          <a:p>
            <a:pPr fontAlgn="base"/>
            <a:r>
              <a:rPr lang="en-US" dirty="0"/>
              <a:t>On the side is the http request from </a:t>
            </a:r>
            <a:r>
              <a:rPr lang="en-US" dirty="0" err="1"/>
              <a:t>Ampify</a:t>
            </a:r>
            <a:r>
              <a:rPr lang="en-US" dirty="0"/>
              <a:t> actor to our n8naccount. ​</a:t>
            </a:r>
          </a:p>
          <a:p>
            <a:pPr fontAlgn="base"/>
            <a:r>
              <a:rPr lang="en-US" dirty="0"/>
              <a:t>In the edit JSON section we can see all the selections we have chosen. ​</a:t>
            </a:r>
          </a:p>
          <a:p>
            <a:pPr fontAlgn="base"/>
            <a:r>
              <a:rPr lang="en-US" dirty="0"/>
              <a:t>Most important selection would be to select max rows to be 10.​</a:t>
            </a:r>
          </a:p>
          <a:p>
            <a:pPr fontAlgn="base"/>
            <a:r>
              <a:rPr lang="en-US" dirty="0"/>
              <a:t>If we don’t set the max rows section, the Actor will scrape over1000 listing at a time and cost a lot.​</a:t>
            </a:r>
          </a:p>
          <a:p>
            <a:endParaRPr lang="en-US" dirty="0"/>
          </a:p>
        </p:txBody>
      </p:sp>
      <p:sp>
        <p:nvSpPr>
          <p:cNvPr id="4" name="Slide Number Placeholder 3">
            <a:extLst>
              <a:ext uri="{FF2B5EF4-FFF2-40B4-BE49-F238E27FC236}">
                <a16:creationId xmlns:a16="http://schemas.microsoft.com/office/drawing/2014/main" id="{641359B1-8186-658B-390D-7164554EA1A1}"/>
              </a:ext>
            </a:extLst>
          </p:cNvPr>
          <p:cNvSpPr>
            <a:spLocks noGrp="1"/>
          </p:cNvSpPr>
          <p:nvPr>
            <p:ph type="sldNum" sz="quarter" idx="11"/>
          </p:nvPr>
        </p:nvSpPr>
        <p:spPr/>
        <p:txBody>
          <a:bodyPr/>
          <a:lstStyle/>
          <a:p>
            <a:fld id="{793608D5-1586-F84E-AC54-632C635393D2}" type="slidenum">
              <a:rPr lang="en-US" smtClean="0"/>
              <a:pPr/>
              <a:t>25</a:t>
            </a:fld>
            <a:endParaRPr lang="en-US"/>
          </a:p>
        </p:txBody>
      </p:sp>
      <p:pic>
        <p:nvPicPr>
          <p:cNvPr id="3074" name="Picture 2">
            <a:extLst>
              <a:ext uri="{FF2B5EF4-FFF2-40B4-BE49-F238E27FC236}">
                <a16:creationId xmlns:a16="http://schemas.microsoft.com/office/drawing/2014/main" id="{BC17FA9E-24D7-FEE7-74A6-BB948F6EC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1459" y="1452369"/>
            <a:ext cx="4833937" cy="3693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293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CB11-9A95-882F-0265-B34D32EF6520}"/>
              </a:ext>
            </a:extLst>
          </p:cNvPr>
          <p:cNvSpPr>
            <a:spLocks noGrp="1"/>
          </p:cNvSpPr>
          <p:nvPr>
            <p:ph type="title"/>
          </p:nvPr>
        </p:nvSpPr>
        <p:spPr/>
        <p:txBody>
          <a:bodyPr/>
          <a:lstStyle/>
          <a:p>
            <a:r>
              <a:rPr lang="en-US" b="1" dirty="0"/>
              <a:t>Output of HTTP request</a:t>
            </a:r>
            <a:r>
              <a:rPr lang="en-US" dirty="0"/>
              <a:t>​</a:t>
            </a:r>
          </a:p>
        </p:txBody>
      </p:sp>
      <p:sp>
        <p:nvSpPr>
          <p:cNvPr id="3" name="Content Placeholder 2">
            <a:extLst>
              <a:ext uri="{FF2B5EF4-FFF2-40B4-BE49-F238E27FC236}">
                <a16:creationId xmlns:a16="http://schemas.microsoft.com/office/drawing/2014/main" id="{1D53AF7D-3A76-F726-350E-C0D7C020F68E}"/>
              </a:ext>
            </a:extLst>
          </p:cNvPr>
          <p:cNvSpPr>
            <a:spLocks noGrp="1"/>
          </p:cNvSpPr>
          <p:nvPr>
            <p:ph idx="1"/>
          </p:nvPr>
        </p:nvSpPr>
        <p:spPr>
          <a:xfrm>
            <a:off x="0" y="1589515"/>
            <a:ext cx="6817659" cy="4095631"/>
          </a:xfrm>
        </p:spPr>
        <p:txBody>
          <a:bodyPr/>
          <a:lstStyle/>
          <a:p>
            <a:r>
              <a:rPr lang="en-US" dirty="0"/>
              <a:t>Once the connection is done, we can run the trigger once for testing and see what the output of http request is going to be.</a:t>
            </a:r>
          </a:p>
          <a:p>
            <a:pPr fontAlgn="base"/>
            <a:r>
              <a:rPr lang="en-US" dirty="0"/>
              <a:t>As expected we have our 10jobs along with their description and title.​</a:t>
            </a:r>
          </a:p>
          <a:p>
            <a:pPr fontAlgn="base"/>
            <a:r>
              <a:rPr lang="en-US" dirty="0"/>
              <a:t>We can pin a single result to make sure our entire work </a:t>
            </a:r>
            <a:r>
              <a:rPr lang="en-US" dirty="0" err="1"/>
              <a:t>flowworks</a:t>
            </a:r>
            <a:r>
              <a:rPr lang="en-US" dirty="0"/>
              <a:t> before running all 10 job postings.​</a:t>
            </a:r>
          </a:p>
          <a:p>
            <a:endParaRPr lang="en-US" dirty="0"/>
          </a:p>
        </p:txBody>
      </p:sp>
      <p:sp>
        <p:nvSpPr>
          <p:cNvPr id="4" name="Slide Number Placeholder 3">
            <a:extLst>
              <a:ext uri="{FF2B5EF4-FFF2-40B4-BE49-F238E27FC236}">
                <a16:creationId xmlns:a16="http://schemas.microsoft.com/office/drawing/2014/main" id="{ACF49BB3-CE03-4252-3FD5-AE07691B3C97}"/>
              </a:ext>
            </a:extLst>
          </p:cNvPr>
          <p:cNvSpPr>
            <a:spLocks noGrp="1"/>
          </p:cNvSpPr>
          <p:nvPr>
            <p:ph type="sldNum" sz="quarter" idx="11"/>
          </p:nvPr>
        </p:nvSpPr>
        <p:spPr/>
        <p:txBody>
          <a:bodyPr/>
          <a:lstStyle/>
          <a:p>
            <a:fld id="{793608D5-1586-F84E-AC54-632C635393D2}" type="slidenum">
              <a:rPr lang="en-US" smtClean="0"/>
              <a:pPr/>
              <a:t>26</a:t>
            </a:fld>
            <a:endParaRPr lang="en-US"/>
          </a:p>
        </p:txBody>
      </p:sp>
      <p:pic>
        <p:nvPicPr>
          <p:cNvPr id="4098" name="Picture 2">
            <a:extLst>
              <a:ext uri="{FF2B5EF4-FFF2-40B4-BE49-F238E27FC236}">
                <a16:creationId xmlns:a16="http://schemas.microsoft.com/office/drawing/2014/main" id="{7B5D3A0B-4313-7EC2-2B31-04DC9A5F6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4793" y="934471"/>
            <a:ext cx="4672759" cy="4632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852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E771-4ED8-9E18-F1E8-599CA976B082}"/>
              </a:ext>
            </a:extLst>
          </p:cNvPr>
          <p:cNvSpPr>
            <a:spLocks noGrp="1"/>
          </p:cNvSpPr>
          <p:nvPr>
            <p:ph type="title"/>
          </p:nvPr>
        </p:nvSpPr>
        <p:spPr/>
        <p:txBody>
          <a:bodyPr/>
          <a:lstStyle/>
          <a:p>
            <a:r>
              <a:rPr lang="en-US" dirty="0"/>
              <a:t>Chat GPT Models</a:t>
            </a:r>
          </a:p>
        </p:txBody>
      </p:sp>
      <p:sp>
        <p:nvSpPr>
          <p:cNvPr id="3" name="Content Placeholder 2">
            <a:extLst>
              <a:ext uri="{FF2B5EF4-FFF2-40B4-BE49-F238E27FC236}">
                <a16:creationId xmlns:a16="http://schemas.microsoft.com/office/drawing/2014/main" id="{B085D9CD-B258-5E64-F98A-4FB5350F3906}"/>
              </a:ext>
            </a:extLst>
          </p:cNvPr>
          <p:cNvSpPr>
            <a:spLocks noGrp="1"/>
          </p:cNvSpPr>
          <p:nvPr>
            <p:ph idx="1"/>
          </p:nvPr>
        </p:nvSpPr>
        <p:spPr>
          <a:xfrm>
            <a:off x="-7490" y="1381184"/>
            <a:ext cx="5776278" cy="4095631"/>
          </a:xfrm>
        </p:spPr>
        <p:txBody>
          <a:bodyPr/>
          <a:lstStyle/>
          <a:p>
            <a:r>
              <a:rPr lang="en-US" dirty="0"/>
              <a:t>We will be using 3 models for this project.</a:t>
            </a:r>
          </a:p>
          <a:p>
            <a:r>
              <a:rPr lang="en-US" dirty="0"/>
              <a:t>Model 1: Extract Information</a:t>
            </a:r>
          </a:p>
          <a:p>
            <a:pPr marL="514350" indent="-514350">
              <a:buAutoNum type="alphaLcPeriod"/>
            </a:pPr>
            <a:r>
              <a:rPr lang="en-US" sz="2000" dirty="0"/>
              <a:t>Send job JSON to GPT with:</a:t>
            </a:r>
          </a:p>
          <a:p>
            <a:pPr marL="514350" indent="-514350">
              <a:buAutoNum type="alphaLcPeriod"/>
            </a:pPr>
            <a:r>
              <a:rPr lang="en-US" sz="2000" dirty="0"/>
              <a:t>System prompt: “You are an intelligent bot that extracts key info from job posts.”</a:t>
            </a:r>
          </a:p>
          <a:p>
            <a:pPr marL="514350" indent="-514350">
              <a:buAutoNum type="alphaLcPeriod"/>
            </a:pPr>
            <a:r>
              <a:rPr lang="en-US" sz="2000" dirty="0"/>
              <a:t>Output: Cleaned, parsed job data</a:t>
            </a:r>
          </a:p>
          <a:p>
            <a:pPr marL="514350" indent="-514350">
              <a:buAutoNum type="alphaLcPeriod"/>
            </a:pPr>
            <a:r>
              <a:rPr lang="en-US" sz="2000" dirty="0"/>
              <a:t>Sample JSON input and GPT response</a:t>
            </a:r>
          </a:p>
        </p:txBody>
      </p:sp>
      <p:sp>
        <p:nvSpPr>
          <p:cNvPr id="4" name="Slide Number Placeholder 3">
            <a:extLst>
              <a:ext uri="{FF2B5EF4-FFF2-40B4-BE49-F238E27FC236}">
                <a16:creationId xmlns:a16="http://schemas.microsoft.com/office/drawing/2014/main" id="{367FBCC3-6EA0-8149-4014-4AAC6EDC74D9}"/>
              </a:ext>
            </a:extLst>
          </p:cNvPr>
          <p:cNvSpPr>
            <a:spLocks noGrp="1"/>
          </p:cNvSpPr>
          <p:nvPr>
            <p:ph type="sldNum" sz="quarter" idx="11"/>
          </p:nvPr>
        </p:nvSpPr>
        <p:spPr/>
        <p:txBody>
          <a:bodyPr/>
          <a:lstStyle/>
          <a:p>
            <a:fld id="{793608D5-1586-F84E-AC54-632C635393D2}" type="slidenum">
              <a:rPr lang="en-US" smtClean="0"/>
              <a:pPr/>
              <a:t>27</a:t>
            </a:fld>
            <a:endParaRPr lang="en-US"/>
          </a:p>
        </p:txBody>
      </p:sp>
      <p:pic>
        <p:nvPicPr>
          <p:cNvPr id="5122" name="Picture 2">
            <a:extLst>
              <a:ext uri="{FF2B5EF4-FFF2-40B4-BE49-F238E27FC236}">
                <a16:creationId xmlns:a16="http://schemas.microsoft.com/office/drawing/2014/main" id="{ADFAB84E-5D6D-3898-722E-CE228F99F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3624" y="869575"/>
            <a:ext cx="6633882" cy="4428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481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534B-E0B7-6DED-2790-E7D38F9334BD}"/>
              </a:ext>
            </a:extLst>
          </p:cNvPr>
          <p:cNvSpPr>
            <a:spLocks noGrp="1"/>
          </p:cNvSpPr>
          <p:nvPr>
            <p:ph type="title"/>
          </p:nvPr>
        </p:nvSpPr>
        <p:spPr/>
        <p:txBody>
          <a:bodyPr/>
          <a:lstStyle/>
          <a:p>
            <a:r>
              <a:rPr lang="en-US" b="1" dirty="0"/>
              <a:t>OUTPUT of MODEL1</a:t>
            </a:r>
            <a:r>
              <a:rPr lang="en-US" dirty="0"/>
              <a:t>​</a:t>
            </a:r>
          </a:p>
        </p:txBody>
      </p:sp>
      <p:sp>
        <p:nvSpPr>
          <p:cNvPr id="3" name="Content Placeholder 2">
            <a:extLst>
              <a:ext uri="{FF2B5EF4-FFF2-40B4-BE49-F238E27FC236}">
                <a16:creationId xmlns:a16="http://schemas.microsoft.com/office/drawing/2014/main" id="{ADE8BC35-0615-98CE-4DF2-56AD4843CF8D}"/>
              </a:ext>
            </a:extLst>
          </p:cNvPr>
          <p:cNvSpPr>
            <a:spLocks noGrp="1"/>
          </p:cNvSpPr>
          <p:nvPr>
            <p:ph idx="1"/>
          </p:nvPr>
        </p:nvSpPr>
        <p:spPr>
          <a:xfrm>
            <a:off x="0" y="1251283"/>
            <a:ext cx="7221071" cy="5241591"/>
          </a:xfrm>
        </p:spPr>
        <p:txBody>
          <a:bodyPr/>
          <a:lstStyle/>
          <a:p>
            <a:r>
              <a:rPr lang="en-US" dirty="0"/>
              <a:t>The output from model 1 provides us with all the needed information.​</a:t>
            </a:r>
          </a:p>
          <a:p>
            <a:r>
              <a:rPr lang="en-US" dirty="0"/>
              <a:t>If any required information is not provided on the job listing, it will return with 0.​</a:t>
            </a:r>
          </a:p>
          <a:p>
            <a:r>
              <a:rPr lang="en-US" dirty="0"/>
              <a:t>The output will usually consist all of the critical information like the name of the company, description of job and location. </a:t>
            </a:r>
          </a:p>
        </p:txBody>
      </p:sp>
      <p:sp>
        <p:nvSpPr>
          <p:cNvPr id="4" name="Slide Number Placeholder 3">
            <a:extLst>
              <a:ext uri="{FF2B5EF4-FFF2-40B4-BE49-F238E27FC236}">
                <a16:creationId xmlns:a16="http://schemas.microsoft.com/office/drawing/2014/main" id="{2AA40089-CFB8-6CD0-AE47-16E228786DDC}"/>
              </a:ext>
            </a:extLst>
          </p:cNvPr>
          <p:cNvSpPr>
            <a:spLocks noGrp="1"/>
          </p:cNvSpPr>
          <p:nvPr>
            <p:ph type="sldNum" sz="quarter" idx="11"/>
          </p:nvPr>
        </p:nvSpPr>
        <p:spPr/>
        <p:txBody>
          <a:bodyPr/>
          <a:lstStyle/>
          <a:p>
            <a:fld id="{793608D5-1586-F84E-AC54-632C635393D2}" type="slidenum">
              <a:rPr lang="en-US" smtClean="0"/>
              <a:pPr/>
              <a:t>28</a:t>
            </a:fld>
            <a:endParaRPr lang="en-US"/>
          </a:p>
        </p:txBody>
      </p:sp>
      <p:pic>
        <p:nvPicPr>
          <p:cNvPr id="6146" name="Picture 2">
            <a:extLst>
              <a:ext uri="{FF2B5EF4-FFF2-40B4-BE49-F238E27FC236}">
                <a16:creationId xmlns:a16="http://schemas.microsoft.com/office/drawing/2014/main" id="{8339D415-0DC7-87A0-89CC-B6B9BE908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4713" y="770966"/>
            <a:ext cx="4967287" cy="4634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898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B736E-A26A-CEA7-B11D-BDDF189C313E}"/>
              </a:ext>
            </a:extLst>
          </p:cNvPr>
          <p:cNvSpPr>
            <a:spLocks noGrp="1"/>
          </p:cNvSpPr>
          <p:nvPr>
            <p:ph type="title"/>
          </p:nvPr>
        </p:nvSpPr>
        <p:spPr/>
        <p:txBody>
          <a:bodyPr/>
          <a:lstStyle/>
          <a:p>
            <a:r>
              <a:rPr lang="en-US" dirty="0"/>
              <a:t>Chat GPT Model 2 --- Relevance Rating</a:t>
            </a:r>
          </a:p>
        </p:txBody>
      </p:sp>
      <p:sp>
        <p:nvSpPr>
          <p:cNvPr id="3" name="Content Placeholder 2">
            <a:extLst>
              <a:ext uri="{FF2B5EF4-FFF2-40B4-BE49-F238E27FC236}">
                <a16:creationId xmlns:a16="http://schemas.microsoft.com/office/drawing/2014/main" id="{29378AC0-A902-9366-D53F-375B51AF747A}"/>
              </a:ext>
            </a:extLst>
          </p:cNvPr>
          <p:cNvSpPr>
            <a:spLocks noGrp="1"/>
          </p:cNvSpPr>
          <p:nvPr>
            <p:ph idx="1"/>
          </p:nvPr>
        </p:nvSpPr>
        <p:spPr>
          <a:xfrm>
            <a:off x="0" y="1292333"/>
            <a:ext cx="5974976" cy="4710245"/>
          </a:xfrm>
        </p:spPr>
        <p:txBody>
          <a:bodyPr/>
          <a:lstStyle/>
          <a:p>
            <a:r>
              <a:rPr lang="en-US" dirty="0"/>
              <a:t>The second model is used to tell us how well the job description matches our resume. </a:t>
            </a:r>
          </a:p>
          <a:p>
            <a:r>
              <a:rPr lang="en-US" dirty="0"/>
              <a:t>System prompt: “Rate how well this job matches the following resume.”</a:t>
            </a:r>
          </a:p>
          <a:p>
            <a:r>
              <a:rPr lang="en-US" dirty="0"/>
              <a:t>Include your resume and job details</a:t>
            </a:r>
          </a:p>
          <a:p>
            <a:r>
              <a:rPr lang="en-US" dirty="0"/>
              <a:t>Output: Score (0–5) with reasoning</a:t>
            </a:r>
          </a:p>
          <a:p>
            <a:r>
              <a:rPr lang="en-US" dirty="0"/>
              <a:t>3 points for skill matching </a:t>
            </a:r>
          </a:p>
          <a:p>
            <a:r>
              <a:rPr lang="en-US" dirty="0"/>
              <a:t>1 point each for being the right experience level and location.</a:t>
            </a:r>
          </a:p>
        </p:txBody>
      </p:sp>
      <p:sp>
        <p:nvSpPr>
          <p:cNvPr id="4" name="Slide Number Placeholder 3">
            <a:extLst>
              <a:ext uri="{FF2B5EF4-FFF2-40B4-BE49-F238E27FC236}">
                <a16:creationId xmlns:a16="http://schemas.microsoft.com/office/drawing/2014/main" id="{94B36E1B-AD5F-2C5E-2981-0A2EC9A52872}"/>
              </a:ext>
            </a:extLst>
          </p:cNvPr>
          <p:cNvSpPr>
            <a:spLocks noGrp="1"/>
          </p:cNvSpPr>
          <p:nvPr>
            <p:ph type="sldNum" sz="quarter" idx="11"/>
          </p:nvPr>
        </p:nvSpPr>
        <p:spPr/>
        <p:txBody>
          <a:bodyPr/>
          <a:lstStyle/>
          <a:p>
            <a:fld id="{793608D5-1586-F84E-AC54-632C635393D2}" type="slidenum">
              <a:rPr lang="en-US" smtClean="0"/>
              <a:pPr/>
              <a:t>29</a:t>
            </a:fld>
            <a:endParaRPr lang="en-US"/>
          </a:p>
        </p:txBody>
      </p:sp>
      <p:pic>
        <p:nvPicPr>
          <p:cNvPr id="7170" name="Picture 2">
            <a:extLst>
              <a:ext uri="{FF2B5EF4-FFF2-40B4-BE49-F238E27FC236}">
                <a16:creationId xmlns:a16="http://schemas.microsoft.com/office/drawing/2014/main" id="{5ED7DED0-AB9C-83B7-FC56-59D52646F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4976" y="1161637"/>
            <a:ext cx="5974976" cy="4064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11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655B9-F3B4-E843-4D20-9982353EA050}"/>
              </a:ext>
            </a:extLst>
          </p:cNvPr>
          <p:cNvSpPr>
            <a:spLocks noGrp="1"/>
          </p:cNvSpPr>
          <p:nvPr>
            <p:ph type="title"/>
          </p:nvPr>
        </p:nvSpPr>
        <p:spPr/>
        <p:txBody>
          <a:bodyPr>
            <a:normAutofit fontScale="90000"/>
          </a:bodyPr>
          <a:lstStyle/>
          <a:p>
            <a:r>
              <a:rPr lang="en-US" dirty="0"/>
              <a:t>Output from Our Model 2</a:t>
            </a:r>
            <a:br>
              <a:rPr lang="en-US" dirty="0"/>
            </a:br>
            <a:endParaRPr lang="en-US" dirty="0"/>
          </a:p>
        </p:txBody>
      </p:sp>
      <p:sp>
        <p:nvSpPr>
          <p:cNvPr id="3" name="Content Placeholder 2">
            <a:extLst>
              <a:ext uri="{FF2B5EF4-FFF2-40B4-BE49-F238E27FC236}">
                <a16:creationId xmlns:a16="http://schemas.microsoft.com/office/drawing/2014/main" id="{74098EC2-52CB-0A91-6E9F-AAA0B4FAD8DE}"/>
              </a:ext>
            </a:extLst>
          </p:cNvPr>
          <p:cNvSpPr>
            <a:spLocks noGrp="1"/>
          </p:cNvSpPr>
          <p:nvPr>
            <p:ph idx="1"/>
          </p:nvPr>
        </p:nvSpPr>
        <p:spPr>
          <a:xfrm>
            <a:off x="264458" y="1323002"/>
            <a:ext cx="4459942" cy="4095631"/>
          </a:xfrm>
        </p:spPr>
        <p:txBody>
          <a:bodyPr>
            <a:normAutofit/>
          </a:bodyPr>
          <a:lstStyle/>
          <a:p>
            <a:r>
              <a:rPr lang="en-US" dirty="0"/>
              <a:t>Here we used one job as testing instead of going for all the jobs at once to make sure everything was running smooth. </a:t>
            </a:r>
          </a:p>
          <a:p>
            <a:r>
              <a:rPr lang="en-US" dirty="0"/>
              <a:t>The first job gave us a result of 5/5 because it matched all the descriptions.</a:t>
            </a:r>
          </a:p>
          <a:p>
            <a:endParaRPr lang="en-US" dirty="0"/>
          </a:p>
        </p:txBody>
      </p:sp>
      <p:sp>
        <p:nvSpPr>
          <p:cNvPr id="4" name="Slide Number Placeholder 3">
            <a:extLst>
              <a:ext uri="{FF2B5EF4-FFF2-40B4-BE49-F238E27FC236}">
                <a16:creationId xmlns:a16="http://schemas.microsoft.com/office/drawing/2014/main" id="{B72E266E-06F0-EB42-99F2-0012958E7B47}"/>
              </a:ext>
            </a:extLst>
          </p:cNvPr>
          <p:cNvSpPr>
            <a:spLocks noGrp="1"/>
          </p:cNvSpPr>
          <p:nvPr>
            <p:ph type="sldNum" sz="quarter" idx="11"/>
          </p:nvPr>
        </p:nvSpPr>
        <p:spPr/>
        <p:txBody>
          <a:bodyPr/>
          <a:lstStyle/>
          <a:p>
            <a:fld id="{793608D5-1586-F84E-AC54-632C635393D2}" type="slidenum">
              <a:rPr lang="en-US" smtClean="0"/>
              <a:pPr/>
              <a:t>30</a:t>
            </a:fld>
            <a:endParaRPr lang="en-US"/>
          </a:p>
        </p:txBody>
      </p:sp>
      <p:pic>
        <p:nvPicPr>
          <p:cNvPr id="8194" name="Picture 2">
            <a:extLst>
              <a:ext uri="{FF2B5EF4-FFF2-40B4-BE49-F238E27FC236}">
                <a16:creationId xmlns:a16="http://schemas.microsoft.com/office/drawing/2014/main" id="{E19C9D3B-9C6E-5084-2A30-8397BC59D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8518" y="1108355"/>
            <a:ext cx="4342802" cy="4641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334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C3A4-6385-A6A5-3B90-1FDFDCE5EFE1}"/>
              </a:ext>
            </a:extLst>
          </p:cNvPr>
          <p:cNvSpPr>
            <a:spLocks noGrp="1"/>
          </p:cNvSpPr>
          <p:nvPr>
            <p:ph type="title"/>
          </p:nvPr>
        </p:nvSpPr>
        <p:spPr/>
        <p:txBody>
          <a:bodyPr/>
          <a:lstStyle/>
          <a:p>
            <a:r>
              <a:rPr lang="en-US" dirty="0"/>
              <a:t>Chat GPT Model 3 --- Generate Cover Letter</a:t>
            </a:r>
          </a:p>
        </p:txBody>
      </p:sp>
      <p:sp>
        <p:nvSpPr>
          <p:cNvPr id="3" name="Content Placeholder 2">
            <a:extLst>
              <a:ext uri="{FF2B5EF4-FFF2-40B4-BE49-F238E27FC236}">
                <a16:creationId xmlns:a16="http://schemas.microsoft.com/office/drawing/2014/main" id="{7E68C049-A2CE-1459-5A4E-7EA7ACECA066}"/>
              </a:ext>
            </a:extLst>
          </p:cNvPr>
          <p:cNvSpPr>
            <a:spLocks noGrp="1"/>
          </p:cNvSpPr>
          <p:nvPr>
            <p:ph idx="1"/>
          </p:nvPr>
        </p:nvSpPr>
        <p:spPr>
          <a:xfrm>
            <a:off x="838200" y="1251284"/>
            <a:ext cx="5006788" cy="4405445"/>
          </a:xfrm>
        </p:spPr>
        <p:txBody>
          <a:bodyPr>
            <a:normAutofit/>
          </a:bodyPr>
          <a:lstStyle/>
          <a:p>
            <a:r>
              <a:rPr lang="en-US" sz="2000" dirty="0"/>
              <a:t>Prompt includes job + resume</a:t>
            </a:r>
          </a:p>
          <a:p>
            <a:r>
              <a:rPr lang="en-US" sz="2000" dirty="0"/>
              <a:t>System prompt: “You’re a perfect cover letter writer.”</a:t>
            </a:r>
          </a:p>
          <a:p>
            <a:r>
              <a:rPr lang="en-US" sz="2000" dirty="0"/>
              <a:t>For our user prompt we provide the model with the job listing and our resume to provide a unique cover letter for all job postings.​</a:t>
            </a:r>
          </a:p>
          <a:p>
            <a:r>
              <a:rPr lang="en-US" sz="2000" dirty="0"/>
              <a:t>Output: Tailored cover letter</a:t>
            </a:r>
          </a:p>
        </p:txBody>
      </p:sp>
      <p:sp>
        <p:nvSpPr>
          <p:cNvPr id="4" name="Slide Number Placeholder 3">
            <a:extLst>
              <a:ext uri="{FF2B5EF4-FFF2-40B4-BE49-F238E27FC236}">
                <a16:creationId xmlns:a16="http://schemas.microsoft.com/office/drawing/2014/main" id="{5893D953-2A5C-0F18-69BE-9853C076FFCF}"/>
              </a:ext>
            </a:extLst>
          </p:cNvPr>
          <p:cNvSpPr>
            <a:spLocks noGrp="1"/>
          </p:cNvSpPr>
          <p:nvPr>
            <p:ph type="sldNum" sz="quarter" idx="11"/>
          </p:nvPr>
        </p:nvSpPr>
        <p:spPr/>
        <p:txBody>
          <a:bodyPr/>
          <a:lstStyle/>
          <a:p>
            <a:fld id="{793608D5-1586-F84E-AC54-632C635393D2}" type="slidenum">
              <a:rPr lang="en-US" smtClean="0"/>
              <a:pPr/>
              <a:t>31</a:t>
            </a:fld>
            <a:endParaRPr lang="en-US"/>
          </a:p>
        </p:txBody>
      </p:sp>
      <p:pic>
        <p:nvPicPr>
          <p:cNvPr id="9218" name="Picture 2">
            <a:extLst>
              <a:ext uri="{FF2B5EF4-FFF2-40B4-BE49-F238E27FC236}">
                <a16:creationId xmlns:a16="http://schemas.microsoft.com/office/drawing/2014/main" id="{98E3C43B-074F-C625-4E7A-5B29AE8D84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4401" y="1048871"/>
            <a:ext cx="6221507" cy="4195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9891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0091-9884-3E9C-9830-1396762137E1}"/>
              </a:ext>
            </a:extLst>
          </p:cNvPr>
          <p:cNvSpPr>
            <a:spLocks noGrp="1"/>
          </p:cNvSpPr>
          <p:nvPr>
            <p:ph type="title"/>
          </p:nvPr>
        </p:nvSpPr>
        <p:spPr/>
        <p:txBody>
          <a:bodyPr>
            <a:normAutofit fontScale="90000"/>
          </a:bodyPr>
          <a:lstStyle/>
          <a:p>
            <a:r>
              <a:rPr lang="en-US" dirty="0"/>
              <a:t>Output from third model</a:t>
            </a:r>
            <a:br>
              <a:rPr lang="en-US" dirty="0"/>
            </a:br>
            <a:endParaRPr lang="en-US" dirty="0"/>
          </a:p>
        </p:txBody>
      </p:sp>
      <p:sp>
        <p:nvSpPr>
          <p:cNvPr id="4" name="Slide Number Placeholder 3">
            <a:extLst>
              <a:ext uri="{FF2B5EF4-FFF2-40B4-BE49-F238E27FC236}">
                <a16:creationId xmlns:a16="http://schemas.microsoft.com/office/drawing/2014/main" id="{6D00EA07-C588-32A9-C483-0B1C00990689}"/>
              </a:ext>
            </a:extLst>
          </p:cNvPr>
          <p:cNvSpPr>
            <a:spLocks noGrp="1"/>
          </p:cNvSpPr>
          <p:nvPr>
            <p:ph type="sldNum" sz="quarter" idx="11"/>
          </p:nvPr>
        </p:nvSpPr>
        <p:spPr/>
        <p:txBody>
          <a:bodyPr/>
          <a:lstStyle/>
          <a:p>
            <a:fld id="{793608D5-1586-F84E-AC54-632C635393D2}" type="slidenum">
              <a:rPr lang="en-US" smtClean="0"/>
              <a:pPr/>
              <a:t>32</a:t>
            </a:fld>
            <a:endParaRPr lang="en-US"/>
          </a:p>
        </p:txBody>
      </p:sp>
      <p:pic>
        <p:nvPicPr>
          <p:cNvPr id="10242" name="Picture 2">
            <a:extLst>
              <a:ext uri="{FF2B5EF4-FFF2-40B4-BE49-F238E27FC236}">
                <a16:creationId xmlns:a16="http://schemas.microsoft.com/office/drawing/2014/main" id="{84E668ED-5DE9-2B76-A542-D2AB4B3CDB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48082" y="1251284"/>
            <a:ext cx="5983942" cy="40957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690D866-C6EB-9E14-A32A-1AFC04865D41}"/>
              </a:ext>
            </a:extLst>
          </p:cNvPr>
          <p:cNvSpPr txBox="1"/>
          <p:nvPr/>
        </p:nvSpPr>
        <p:spPr>
          <a:xfrm>
            <a:off x="923365" y="1353671"/>
            <a:ext cx="4921623" cy="1200329"/>
          </a:xfrm>
          <a:prstGeom prst="rect">
            <a:avLst/>
          </a:prstGeom>
          <a:noFill/>
        </p:spPr>
        <p:txBody>
          <a:bodyPr wrap="square" rtlCol="0">
            <a:spAutoFit/>
          </a:bodyPr>
          <a:lstStyle/>
          <a:p>
            <a:r>
              <a:rPr lang="en-US" dirty="0"/>
              <a:t>The output from the third model provides a perfectly tailored cover letter ready to be sent out. It aligns your resume with the job description and outputs a cover letter of your length.</a:t>
            </a:r>
          </a:p>
        </p:txBody>
      </p:sp>
    </p:spTree>
    <p:extLst>
      <p:ext uri="{BB962C8B-B14F-4D97-AF65-F5344CB8AC3E}">
        <p14:creationId xmlns:p14="http://schemas.microsoft.com/office/powerpoint/2010/main" val="4158721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F847-A5E9-95CE-697C-8D924B038C95}"/>
              </a:ext>
            </a:extLst>
          </p:cNvPr>
          <p:cNvSpPr>
            <a:spLocks noGrp="1"/>
          </p:cNvSpPr>
          <p:nvPr>
            <p:ph type="title"/>
          </p:nvPr>
        </p:nvSpPr>
        <p:spPr/>
        <p:txBody>
          <a:bodyPr/>
          <a:lstStyle/>
          <a:p>
            <a:r>
              <a:rPr lang="en-US" dirty="0"/>
              <a:t>Google Sheets- Step 1</a:t>
            </a:r>
          </a:p>
        </p:txBody>
      </p:sp>
      <p:sp>
        <p:nvSpPr>
          <p:cNvPr id="3" name="Content Placeholder 2">
            <a:extLst>
              <a:ext uri="{FF2B5EF4-FFF2-40B4-BE49-F238E27FC236}">
                <a16:creationId xmlns:a16="http://schemas.microsoft.com/office/drawing/2014/main" id="{CE12AD60-2EE6-3298-EF92-7521F5B34264}"/>
              </a:ext>
            </a:extLst>
          </p:cNvPr>
          <p:cNvSpPr>
            <a:spLocks noGrp="1"/>
          </p:cNvSpPr>
          <p:nvPr>
            <p:ph idx="1"/>
          </p:nvPr>
        </p:nvSpPr>
        <p:spPr/>
        <p:txBody>
          <a:bodyPr>
            <a:normAutofit lnSpcReduction="10000"/>
          </a:bodyPr>
          <a:lstStyle/>
          <a:p>
            <a:r>
              <a:rPr lang="en-US" sz="2600" dirty="0"/>
              <a:t>Go to Google Cloud Console</a:t>
            </a:r>
          </a:p>
          <a:p>
            <a:pPr marL="0" indent="0">
              <a:buNone/>
            </a:pPr>
            <a:r>
              <a:rPr lang="en-US" sz="1900" dirty="0"/>
              <a:t>Sign in with your Google account.</a:t>
            </a:r>
          </a:p>
          <a:p>
            <a:r>
              <a:rPr lang="en-US" sz="2600" dirty="0"/>
              <a:t>Create a New Project (or select an existing one)</a:t>
            </a:r>
          </a:p>
          <a:p>
            <a:r>
              <a:rPr lang="en-US" sz="2600" dirty="0"/>
              <a:t>Enable the Google Sheets API</a:t>
            </a:r>
          </a:p>
          <a:p>
            <a:pPr marL="0" indent="0">
              <a:buNone/>
            </a:pPr>
            <a:r>
              <a:rPr lang="en-US" sz="1900" dirty="0"/>
              <a:t>Go to: </a:t>
            </a:r>
            <a:r>
              <a:rPr lang="en-US" sz="1900" b="1" dirty="0"/>
              <a:t>APIs &amp; Services → Library</a:t>
            </a:r>
          </a:p>
          <a:p>
            <a:pPr marL="0" indent="0">
              <a:buNone/>
            </a:pPr>
            <a:r>
              <a:rPr lang="en-US" sz="1900" dirty="0"/>
              <a:t>Search for </a:t>
            </a:r>
            <a:r>
              <a:rPr lang="en-US" sz="1900" b="1" dirty="0"/>
              <a:t>Google Sheets API</a:t>
            </a:r>
          </a:p>
          <a:p>
            <a:pPr marL="0" indent="0">
              <a:buNone/>
            </a:pPr>
            <a:r>
              <a:rPr lang="en-US" sz="1900" dirty="0"/>
              <a:t>Click </a:t>
            </a:r>
            <a:r>
              <a:rPr lang="en-US" sz="1900" b="1" dirty="0"/>
              <a:t>Enable</a:t>
            </a:r>
          </a:p>
          <a:p>
            <a:r>
              <a:rPr lang="en-US" sz="2600" dirty="0"/>
              <a:t>Set Up OAuth Consent Screen</a:t>
            </a:r>
          </a:p>
          <a:p>
            <a:pPr marL="0" indent="0">
              <a:buNone/>
            </a:pPr>
            <a:r>
              <a:rPr lang="en-US" sz="1900" dirty="0"/>
              <a:t>Go to: </a:t>
            </a:r>
            <a:r>
              <a:rPr lang="en-US" sz="1900" b="1" dirty="0"/>
              <a:t>APIs &amp; Services → OAuth consent screen</a:t>
            </a:r>
          </a:p>
          <a:p>
            <a:pPr marL="0" indent="0">
              <a:buNone/>
            </a:pPr>
            <a:r>
              <a:rPr lang="en-US" sz="1900" dirty="0"/>
              <a:t>Choose </a:t>
            </a:r>
            <a:r>
              <a:rPr lang="en-US" sz="1900" b="1" dirty="0"/>
              <a:t>External</a:t>
            </a:r>
            <a:r>
              <a:rPr lang="en-US" sz="1900" dirty="0"/>
              <a:t> for user type</a:t>
            </a:r>
          </a:p>
        </p:txBody>
      </p:sp>
      <p:sp>
        <p:nvSpPr>
          <p:cNvPr id="4" name="Slide Number Placeholder 3">
            <a:extLst>
              <a:ext uri="{FF2B5EF4-FFF2-40B4-BE49-F238E27FC236}">
                <a16:creationId xmlns:a16="http://schemas.microsoft.com/office/drawing/2014/main" id="{95F15838-974D-D7FD-F2C1-9A2D28BFC022}"/>
              </a:ext>
            </a:extLst>
          </p:cNvPr>
          <p:cNvSpPr>
            <a:spLocks noGrp="1"/>
          </p:cNvSpPr>
          <p:nvPr>
            <p:ph type="sldNum" sz="quarter" idx="11"/>
          </p:nvPr>
        </p:nvSpPr>
        <p:spPr/>
        <p:txBody>
          <a:bodyPr/>
          <a:lstStyle/>
          <a:p>
            <a:fld id="{793608D5-1586-F84E-AC54-632C635393D2}" type="slidenum">
              <a:rPr lang="en-US" smtClean="0"/>
              <a:pPr/>
              <a:t>33</a:t>
            </a:fld>
            <a:endParaRPr lang="en-US"/>
          </a:p>
        </p:txBody>
      </p:sp>
    </p:spTree>
    <p:extLst>
      <p:ext uri="{BB962C8B-B14F-4D97-AF65-F5344CB8AC3E}">
        <p14:creationId xmlns:p14="http://schemas.microsoft.com/office/powerpoint/2010/main" val="2973572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C638-9C60-CD88-12AF-F6E870E7BCF5}"/>
              </a:ext>
            </a:extLst>
          </p:cNvPr>
          <p:cNvSpPr>
            <a:spLocks noGrp="1"/>
          </p:cNvSpPr>
          <p:nvPr>
            <p:ph type="title"/>
          </p:nvPr>
        </p:nvSpPr>
        <p:spPr/>
        <p:txBody>
          <a:bodyPr/>
          <a:lstStyle/>
          <a:p>
            <a:r>
              <a:rPr lang="en-US" dirty="0"/>
              <a:t>Google Sheets- Step 2</a:t>
            </a:r>
          </a:p>
        </p:txBody>
      </p:sp>
      <p:sp>
        <p:nvSpPr>
          <p:cNvPr id="3" name="Content Placeholder 2">
            <a:extLst>
              <a:ext uri="{FF2B5EF4-FFF2-40B4-BE49-F238E27FC236}">
                <a16:creationId xmlns:a16="http://schemas.microsoft.com/office/drawing/2014/main" id="{5ECFCC2D-A0C4-AC66-1E63-621E13D035BB}"/>
              </a:ext>
            </a:extLst>
          </p:cNvPr>
          <p:cNvSpPr>
            <a:spLocks noGrp="1"/>
          </p:cNvSpPr>
          <p:nvPr>
            <p:ph idx="1"/>
          </p:nvPr>
        </p:nvSpPr>
        <p:spPr/>
        <p:txBody>
          <a:bodyPr/>
          <a:lstStyle/>
          <a:p>
            <a:r>
              <a:rPr lang="en-US" sz="2600" dirty="0"/>
              <a:t>Add Google Sheets Credentials in n8n</a:t>
            </a:r>
          </a:p>
          <a:p>
            <a:r>
              <a:rPr lang="en-US" sz="2600" dirty="0"/>
              <a:t>Choose </a:t>
            </a:r>
            <a:r>
              <a:rPr lang="en-US" sz="2600" b="1" dirty="0"/>
              <a:t>Google Sheets OAuth2 API</a:t>
            </a:r>
          </a:p>
          <a:p>
            <a:r>
              <a:rPr lang="en-US" sz="2600" dirty="0"/>
              <a:t>Enter: </a:t>
            </a:r>
            <a:r>
              <a:rPr lang="en-US" sz="2600" b="1" dirty="0"/>
              <a:t>Client ID</a:t>
            </a:r>
            <a:r>
              <a:rPr lang="en-US" sz="2600" dirty="0"/>
              <a:t> and </a:t>
            </a:r>
            <a:r>
              <a:rPr lang="en-US" sz="2600" b="1" dirty="0"/>
              <a:t>Client Secret</a:t>
            </a:r>
            <a:r>
              <a:rPr lang="en-US" sz="2600" dirty="0"/>
              <a:t> from Google</a:t>
            </a:r>
          </a:p>
          <a:p>
            <a:r>
              <a:rPr lang="en-US" sz="2600" dirty="0"/>
              <a:t>Click </a:t>
            </a:r>
            <a:r>
              <a:rPr lang="en-US" sz="2600" b="1" dirty="0"/>
              <a:t>Connect</a:t>
            </a:r>
          </a:p>
          <a:p>
            <a:r>
              <a:rPr lang="en-US" sz="2600" dirty="0"/>
              <a:t>A window will open → Sign in with your Google account → Accept permissions</a:t>
            </a:r>
          </a:p>
          <a:p>
            <a:pPr marL="0" indent="0">
              <a:buNone/>
            </a:pPr>
            <a:endParaRPr lang="en-US" dirty="0"/>
          </a:p>
        </p:txBody>
      </p:sp>
      <p:sp>
        <p:nvSpPr>
          <p:cNvPr id="4" name="Slide Number Placeholder 3">
            <a:extLst>
              <a:ext uri="{FF2B5EF4-FFF2-40B4-BE49-F238E27FC236}">
                <a16:creationId xmlns:a16="http://schemas.microsoft.com/office/drawing/2014/main" id="{5D039B63-399A-B5BB-9D0D-2715D406F02D}"/>
              </a:ext>
            </a:extLst>
          </p:cNvPr>
          <p:cNvSpPr>
            <a:spLocks noGrp="1"/>
          </p:cNvSpPr>
          <p:nvPr>
            <p:ph type="sldNum" sz="quarter" idx="11"/>
          </p:nvPr>
        </p:nvSpPr>
        <p:spPr/>
        <p:txBody>
          <a:bodyPr/>
          <a:lstStyle/>
          <a:p>
            <a:fld id="{793608D5-1586-F84E-AC54-632C635393D2}" type="slidenum">
              <a:rPr lang="en-US" smtClean="0"/>
              <a:pPr/>
              <a:t>34</a:t>
            </a:fld>
            <a:endParaRPr lang="en-US"/>
          </a:p>
        </p:txBody>
      </p:sp>
    </p:spTree>
    <p:extLst>
      <p:ext uri="{BB962C8B-B14F-4D97-AF65-F5344CB8AC3E}">
        <p14:creationId xmlns:p14="http://schemas.microsoft.com/office/powerpoint/2010/main" val="2134186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5824-2840-DAD4-8131-18095DF080A6}"/>
              </a:ext>
            </a:extLst>
          </p:cNvPr>
          <p:cNvSpPr>
            <a:spLocks noGrp="1"/>
          </p:cNvSpPr>
          <p:nvPr>
            <p:ph type="title"/>
          </p:nvPr>
        </p:nvSpPr>
        <p:spPr/>
        <p:txBody>
          <a:bodyPr/>
          <a:lstStyle/>
          <a:p>
            <a:r>
              <a:rPr lang="en-US" dirty="0"/>
              <a:t>Send All Data to Google Sheets</a:t>
            </a:r>
          </a:p>
        </p:txBody>
      </p:sp>
      <p:sp>
        <p:nvSpPr>
          <p:cNvPr id="3" name="Content Placeholder 2">
            <a:extLst>
              <a:ext uri="{FF2B5EF4-FFF2-40B4-BE49-F238E27FC236}">
                <a16:creationId xmlns:a16="http://schemas.microsoft.com/office/drawing/2014/main" id="{9AD73AD5-DC28-AD2A-57A1-26E4B342B833}"/>
              </a:ext>
            </a:extLst>
          </p:cNvPr>
          <p:cNvSpPr>
            <a:spLocks noGrp="1"/>
          </p:cNvSpPr>
          <p:nvPr>
            <p:ph idx="1"/>
          </p:nvPr>
        </p:nvSpPr>
        <p:spPr>
          <a:xfrm>
            <a:off x="0" y="1251284"/>
            <a:ext cx="6562165" cy="4095631"/>
          </a:xfrm>
        </p:spPr>
        <p:txBody>
          <a:bodyPr/>
          <a:lstStyle/>
          <a:p>
            <a:r>
              <a:rPr lang="en-US" dirty="0"/>
              <a:t>For our final part of the flow, we provide all the information as an input for our google sheet.​</a:t>
            </a:r>
          </a:p>
          <a:p>
            <a:r>
              <a:rPr lang="en-US" dirty="0"/>
              <a:t>The google sheet will keep all job posting based on unique links so that the same job doesn’t not get in the sheet again.​</a:t>
            </a:r>
          </a:p>
          <a:p>
            <a:r>
              <a:rPr lang="en-US" dirty="0"/>
              <a:t>Append unique job entries only</a:t>
            </a:r>
          </a:p>
          <a:p>
            <a:r>
              <a:rPr lang="en-US" dirty="0"/>
              <a:t>Columns: Company, Job title, Description, Rating, Cover Letter, Link</a:t>
            </a:r>
          </a:p>
          <a:p>
            <a:endParaRPr lang="en-US" dirty="0"/>
          </a:p>
        </p:txBody>
      </p:sp>
      <p:sp>
        <p:nvSpPr>
          <p:cNvPr id="4" name="Slide Number Placeholder 3">
            <a:extLst>
              <a:ext uri="{FF2B5EF4-FFF2-40B4-BE49-F238E27FC236}">
                <a16:creationId xmlns:a16="http://schemas.microsoft.com/office/drawing/2014/main" id="{A4389ECF-6D3B-CBA3-47F7-32216C56F9F6}"/>
              </a:ext>
            </a:extLst>
          </p:cNvPr>
          <p:cNvSpPr>
            <a:spLocks noGrp="1"/>
          </p:cNvSpPr>
          <p:nvPr>
            <p:ph type="sldNum" sz="quarter" idx="11"/>
          </p:nvPr>
        </p:nvSpPr>
        <p:spPr/>
        <p:txBody>
          <a:bodyPr/>
          <a:lstStyle/>
          <a:p>
            <a:fld id="{793608D5-1586-F84E-AC54-632C635393D2}" type="slidenum">
              <a:rPr lang="en-US" smtClean="0"/>
              <a:pPr/>
              <a:t>35</a:t>
            </a:fld>
            <a:endParaRPr lang="en-US"/>
          </a:p>
        </p:txBody>
      </p:sp>
      <p:pic>
        <p:nvPicPr>
          <p:cNvPr id="11266" name="Picture 2">
            <a:extLst>
              <a:ext uri="{FF2B5EF4-FFF2-40B4-BE49-F238E27FC236}">
                <a16:creationId xmlns:a16="http://schemas.microsoft.com/office/drawing/2014/main" id="{3EFE2BD8-3970-28CE-2F1A-2B8CFD174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165" y="1251284"/>
            <a:ext cx="5701553" cy="417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126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385A-749A-DCCF-A0A8-AB1C3A11E008}"/>
              </a:ext>
            </a:extLst>
          </p:cNvPr>
          <p:cNvSpPr>
            <a:spLocks noGrp="1"/>
          </p:cNvSpPr>
          <p:nvPr>
            <p:ph type="title"/>
          </p:nvPr>
        </p:nvSpPr>
        <p:spPr>
          <a:xfrm>
            <a:off x="838200" y="136525"/>
            <a:ext cx="10515600" cy="459628"/>
          </a:xfrm>
        </p:spPr>
        <p:txBody>
          <a:bodyPr>
            <a:normAutofit fontScale="90000"/>
          </a:bodyPr>
          <a:lstStyle/>
          <a:p>
            <a:r>
              <a:rPr lang="en-US" b="1" dirty="0"/>
              <a:t>Output from the google sheet</a:t>
            </a:r>
            <a:endParaRPr lang="en-US" dirty="0"/>
          </a:p>
        </p:txBody>
      </p:sp>
      <p:sp>
        <p:nvSpPr>
          <p:cNvPr id="3" name="Content Placeholder 2">
            <a:extLst>
              <a:ext uri="{FF2B5EF4-FFF2-40B4-BE49-F238E27FC236}">
                <a16:creationId xmlns:a16="http://schemas.microsoft.com/office/drawing/2014/main" id="{ADBCCDAF-BC00-5303-05AB-E48B3D05B313}"/>
              </a:ext>
            </a:extLst>
          </p:cNvPr>
          <p:cNvSpPr>
            <a:spLocks noGrp="1"/>
          </p:cNvSpPr>
          <p:nvPr>
            <p:ph idx="1"/>
          </p:nvPr>
        </p:nvSpPr>
        <p:spPr>
          <a:xfrm>
            <a:off x="470647" y="659614"/>
            <a:ext cx="10515600" cy="3033844"/>
          </a:xfrm>
        </p:spPr>
        <p:txBody>
          <a:bodyPr/>
          <a:lstStyle/>
          <a:p>
            <a:pPr fontAlgn="base"/>
            <a:r>
              <a:rPr lang="en-US" dirty="0"/>
              <a:t>The sheet gets updated everyday at noon with all the important information like the company name, Job description and Link to the job posting.​</a:t>
            </a:r>
          </a:p>
          <a:p>
            <a:pPr fontAlgn="base"/>
            <a:r>
              <a:rPr lang="en-US" dirty="0"/>
              <a:t>2 really important features are the rating and unique cover letter for all the job postings.​</a:t>
            </a:r>
          </a:p>
          <a:p>
            <a:pPr fontAlgn="base"/>
            <a:r>
              <a:rPr lang="en-US" dirty="0"/>
              <a:t>All you need to do is click on the link to apply to job &amp; copy and paste the cover letter along with your resume.</a:t>
            </a:r>
          </a:p>
          <a:p>
            <a:endParaRPr lang="en-US" dirty="0"/>
          </a:p>
        </p:txBody>
      </p:sp>
      <p:sp>
        <p:nvSpPr>
          <p:cNvPr id="4" name="Slide Number Placeholder 3">
            <a:extLst>
              <a:ext uri="{FF2B5EF4-FFF2-40B4-BE49-F238E27FC236}">
                <a16:creationId xmlns:a16="http://schemas.microsoft.com/office/drawing/2014/main" id="{2BAD7661-F177-9C2A-8196-22411E7F2039}"/>
              </a:ext>
            </a:extLst>
          </p:cNvPr>
          <p:cNvSpPr>
            <a:spLocks noGrp="1"/>
          </p:cNvSpPr>
          <p:nvPr>
            <p:ph type="sldNum" sz="quarter" idx="11"/>
          </p:nvPr>
        </p:nvSpPr>
        <p:spPr/>
        <p:txBody>
          <a:bodyPr/>
          <a:lstStyle/>
          <a:p>
            <a:fld id="{793608D5-1586-F84E-AC54-632C635393D2}" type="slidenum">
              <a:rPr lang="en-US" smtClean="0"/>
              <a:pPr/>
              <a:t>36</a:t>
            </a:fld>
            <a:endParaRPr lang="en-US"/>
          </a:p>
        </p:txBody>
      </p:sp>
      <p:pic>
        <p:nvPicPr>
          <p:cNvPr id="12290" name="Picture 2">
            <a:extLst>
              <a:ext uri="{FF2B5EF4-FFF2-40B4-BE49-F238E27FC236}">
                <a16:creationId xmlns:a16="http://schemas.microsoft.com/office/drawing/2014/main" id="{DC15F3F0-6DC7-8853-B8EE-D0E6AA0510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40616"/>
            <a:ext cx="12192000" cy="3033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97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1B332CF-AAC6-5665-D1A1-DA4D03E6F19A}"/>
              </a:ext>
            </a:extLst>
          </p:cNvPr>
          <p:cNvSpPr>
            <a:spLocks noGrp="1"/>
          </p:cNvSpPr>
          <p:nvPr>
            <p:ph type="body" sz="quarter" idx="10"/>
          </p:nvPr>
        </p:nvSpPr>
        <p:spPr>
          <a:xfrm>
            <a:off x="1014153" y="1243052"/>
            <a:ext cx="10490662" cy="3416320"/>
          </a:xfrm>
        </p:spPr>
        <p:txBody>
          <a:bodyPr/>
          <a:lstStyle/>
          <a:p>
            <a:r>
              <a:rPr lang="en-US" sz="6000" dirty="0">
                <a:solidFill>
                  <a:schemeClr val="bg1"/>
                </a:solidFill>
                <a:latin typeface="Rockwell" panose="02060603020205020403" pitchFamily="18" charset="77"/>
                <a:ea typeface="Roboto Slab" pitchFamily="2" charset="0"/>
                <a:cs typeface="Roboto Slab" pitchFamily="2" charset="0"/>
              </a:rPr>
              <a:t>AI WhatsApp Chatbot Using n8n, GPT-4.0 Mini, and WhatsApp</a:t>
            </a:r>
          </a:p>
        </p:txBody>
      </p:sp>
      <p:sp>
        <p:nvSpPr>
          <p:cNvPr id="4" name="Slide Number Placeholder 3">
            <a:extLst>
              <a:ext uri="{FF2B5EF4-FFF2-40B4-BE49-F238E27FC236}">
                <a16:creationId xmlns:a16="http://schemas.microsoft.com/office/drawing/2014/main" id="{129A7D16-53D4-77B5-0E53-5AA045B5259D}"/>
              </a:ext>
            </a:extLst>
          </p:cNvPr>
          <p:cNvSpPr>
            <a:spLocks noGrp="1"/>
          </p:cNvSpPr>
          <p:nvPr>
            <p:ph type="sldNum" sz="quarter" idx="12"/>
          </p:nvPr>
        </p:nvSpPr>
        <p:spPr/>
        <p:txBody>
          <a:bodyPr/>
          <a:lstStyle/>
          <a:p>
            <a:fld id="{793608D5-1586-F84E-AC54-632C635393D2}" type="slidenum">
              <a:rPr lang="en-US" smtClean="0"/>
              <a:pPr/>
              <a:t>37</a:t>
            </a:fld>
            <a:endParaRPr lang="en-US"/>
          </a:p>
        </p:txBody>
      </p:sp>
    </p:spTree>
    <p:extLst>
      <p:ext uri="{BB962C8B-B14F-4D97-AF65-F5344CB8AC3E}">
        <p14:creationId xmlns:p14="http://schemas.microsoft.com/office/powerpoint/2010/main" val="3641693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2174-3626-F0E0-AF86-FAA33C87CDF0}"/>
              </a:ext>
            </a:extLst>
          </p:cNvPr>
          <p:cNvSpPr>
            <a:spLocks noGrp="1"/>
          </p:cNvSpPr>
          <p:nvPr>
            <p:ph type="title"/>
          </p:nvPr>
        </p:nvSpPr>
        <p:spPr/>
        <p:txBody>
          <a:bodyPr/>
          <a:lstStyle/>
          <a:p>
            <a:r>
              <a:rPr lang="en-US" dirty="0">
                <a:ea typeface="+mj-lt"/>
                <a:cs typeface="+mj-lt"/>
              </a:rPr>
              <a:t>Introduction</a:t>
            </a:r>
            <a:endParaRPr lang="en-US" dirty="0"/>
          </a:p>
        </p:txBody>
      </p:sp>
      <p:sp>
        <p:nvSpPr>
          <p:cNvPr id="3" name="Content Placeholder 2">
            <a:extLst>
              <a:ext uri="{FF2B5EF4-FFF2-40B4-BE49-F238E27FC236}">
                <a16:creationId xmlns:a16="http://schemas.microsoft.com/office/drawing/2014/main" id="{136F736F-1775-45D7-BFE0-C2676124147F}"/>
              </a:ext>
            </a:extLst>
          </p:cNvPr>
          <p:cNvSpPr>
            <a:spLocks noGrp="1"/>
          </p:cNvSpPr>
          <p:nvPr>
            <p:ph idx="1"/>
          </p:nvPr>
        </p:nvSpPr>
        <p:spPr/>
        <p:txBody>
          <a:bodyPr/>
          <a:lstStyle/>
          <a:p>
            <a:r>
              <a:rPr lang="en-US" dirty="0">
                <a:ea typeface="+mn-lt"/>
                <a:cs typeface="+mn-lt"/>
              </a:rPr>
              <a:t>This project automates conversations on WhatsApp by integrating an AI chatbot using </a:t>
            </a:r>
            <a:r>
              <a:rPr lang="en-US" b="1" dirty="0">
                <a:ea typeface="+mn-lt"/>
                <a:cs typeface="+mn-lt"/>
              </a:rPr>
              <a:t>n8n</a:t>
            </a:r>
            <a:r>
              <a:rPr lang="en-US" dirty="0">
                <a:ea typeface="+mn-lt"/>
                <a:cs typeface="+mn-lt"/>
              </a:rPr>
              <a:t>, </a:t>
            </a:r>
            <a:r>
              <a:rPr lang="en-US" b="1" dirty="0">
                <a:ea typeface="+mn-lt"/>
                <a:cs typeface="+mn-lt"/>
              </a:rPr>
              <a:t>GPT-4.0 Mini</a:t>
            </a:r>
            <a:r>
              <a:rPr lang="en-US" dirty="0">
                <a:ea typeface="+mn-lt"/>
                <a:cs typeface="+mn-lt"/>
              </a:rPr>
              <a:t>, and </a:t>
            </a:r>
            <a:r>
              <a:rPr lang="en-US" b="1" dirty="0">
                <a:ea typeface="+mn-lt"/>
                <a:cs typeface="+mn-lt"/>
              </a:rPr>
              <a:t>WhatsApp Cloud API</a:t>
            </a:r>
            <a:r>
              <a:rPr lang="en-US" dirty="0">
                <a:ea typeface="+mn-lt"/>
                <a:cs typeface="+mn-lt"/>
              </a:rPr>
              <a:t>.</a:t>
            </a:r>
            <a:br>
              <a:rPr lang="en-US" dirty="0">
                <a:ea typeface="+mn-lt"/>
                <a:cs typeface="+mn-lt"/>
              </a:rPr>
            </a:br>
            <a:r>
              <a:rPr lang="en-US" dirty="0">
                <a:ea typeface="+mn-lt"/>
                <a:cs typeface="+mn-lt"/>
              </a:rPr>
              <a:t> The bot can interpret both </a:t>
            </a:r>
            <a:r>
              <a:rPr lang="en-US" b="1" dirty="0">
                <a:ea typeface="+mn-lt"/>
                <a:cs typeface="+mn-lt"/>
              </a:rPr>
              <a:t>text</a:t>
            </a:r>
            <a:r>
              <a:rPr lang="en-US" dirty="0">
                <a:ea typeface="+mn-lt"/>
                <a:cs typeface="+mn-lt"/>
              </a:rPr>
              <a:t> and </a:t>
            </a:r>
            <a:r>
              <a:rPr lang="en-US" b="1" dirty="0">
                <a:ea typeface="+mn-lt"/>
                <a:cs typeface="+mn-lt"/>
              </a:rPr>
              <a:t>image inputs</a:t>
            </a:r>
            <a:r>
              <a:rPr lang="en-US" dirty="0">
                <a:ea typeface="+mn-lt"/>
                <a:cs typeface="+mn-lt"/>
              </a:rPr>
              <a:t> and respond accordingly. It serves as a 24/7 assistant for </a:t>
            </a:r>
            <a:r>
              <a:rPr lang="en-US" b="1" dirty="0">
                <a:ea typeface="+mn-lt"/>
                <a:cs typeface="+mn-lt"/>
              </a:rPr>
              <a:t>customer support</a:t>
            </a:r>
            <a:r>
              <a:rPr lang="en-US" dirty="0">
                <a:ea typeface="+mn-lt"/>
                <a:cs typeface="+mn-lt"/>
              </a:rPr>
              <a:t>, </a:t>
            </a:r>
            <a:r>
              <a:rPr lang="en-US" b="1" dirty="0">
                <a:ea typeface="+mn-lt"/>
                <a:cs typeface="+mn-lt"/>
              </a:rPr>
              <a:t>education</a:t>
            </a:r>
            <a:r>
              <a:rPr lang="en-US" dirty="0">
                <a:ea typeface="+mn-lt"/>
                <a:cs typeface="+mn-lt"/>
              </a:rPr>
              <a:t>, or </a:t>
            </a:r>
            <a:r>
              <a:rPr lang="en-US" b="1" dirty="0">
                <a:ea typeface="+mn-lt"/>
                <a:cs typeface="+mn-lt"/>
              </a:rPr>
              <a:t>personal tasks</a:t>
            </a:r>
            <a:r>
              <a:rPr lang="en-US" dirty="0">
                <a:ea typeface="+mn-lt"/>
                <a:cs typeface="+mn-lt"/>
              </a:rPr>
              <a:t>.</a:t>
            </a:r>
            <a:br>
              <a:rPr lang="en-US" dirty="0">
                <a:ea typeface="+mn-lt"/>
                <a:cs typeface="+mn-lt"/>
              </a:rPr>
            </a:br>
            <a:r>
              <a:rPr lang="en-US" dirty="0">
                <a:ea typeface="+mn-lt"/>
                <a:cs typeface="+mn-lt"/>
              </a:rPr>
              <a:t> Key Benefits:</a:t>
            </a:r>
            <a:endParaRPr lang="en-US" dirty="0"/>
          </a:p>
          <a:p>
            <a:r>
              <a:rPr lang="en-US" dirty="0">
                <a:ea typeface="+mn-lt"/>
                <a:cs typeface="+mn-lt"/>
              </a:rPr>
              <a:t>Instant replies powered by GPT-4.0 mini</a:t>
            </a:r>
            <a:endParaRPr lang="en-US" dirty="0"/>
          </a:p>
          <a:p>
            <a:r>
              <a:rPr lang="en-US" dirty="0">
                <a:ea typeface="+mn-lt"/>
                <a:cs typeface="+mn-lt"/>
              </a:rPr>
              <a:t>Cost-effective and fast inference</a:t>
            </a:r>
            <a:endParaRPr lang="en-US" dirty="0"/>
          </a:p>
          <a:p>
            <a:r>
              <a:rPr lang="en-US" dirty="0">
                <a:ea typeface="+mn-lt"/>
                <a:cs typeface="+mn-lt"/>
              </a:rPr>
              <a:t>Fully automated and scalable system</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447203B-412E-5553-1CBA-86095E3523F9}"/>
              </a:ext>
            </a:extLst>
          </p:cNvPr>
          <p:cNvSpPr>
            <a:spLocks noGrp="1"/>
          </p:cNvSpPr>
          <p:nvPr>
            <p:ph type="sldNum" sz="quarter" idx="11"/>
          </p:nvPr>
        </p:nvSpPr>
        <p:spPr/>
        <p:txBody>
          <a:bodyPr/>
          <a:lstStyle/>
          <a:p>
            <a:fld id="{793608D5-1586-F84E-AC54-632C635393D2}" type="slidenum">
              <a:rPr lang="en-US" smtClean="0"/>
              <a:pPr/>
              <a:t>38</a:t>
            </a:fld>
            <a:endParaRPr lang="en-US"/>
          </a:p>
        </p:txBody>
      </p:sp>
    </p:spTree>
    <p:extLst>
      <p:ext uri="{BB962C8B-B14F-4D97-AF65-F5344CB8AC3E}">
        <p14:creationId xmlns:p14="http://schemas.microsoft.com/office/powerpoint/2010/main" val="34266695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een square with a phone in a circle and a bubble&#10;&#10;AI-generated content may be incorrect.">
            <a:extLst>
              <a:ext uri="{FF2B5EF4-FFF2-40B4-BE49-F238E27FC236}">
                <a16:creationId xmlns:a16="http://schemas.microsoft.com/office/drawing/2014/main" id="{0928A37B-2D6E-75F9-6877-320227AC4FA0}"/>
              </a:ext>
            </a:extLst>
          </p:cNvPr>
          <p:cNvPicPr>
            <a:picLocks noChangeAspect="1"/>
          </p:cNvPicPr>
          <p:nvPr/>
        </p:nvPicPr>
        <p:blipFill>
          <a:blip r:embed="rId2"/>
          <a:srcRect r="-146" b="7906"/>
          <a:stretch>
            <a:fillRect/>
          </a:stretch>
        </p:blipFill>
        <p:spPr>
          <a:xfrm>
            <a:off x="5745480" y="464898"/>
            <a:ext cx="6446520" cy="5928203"/>
          </a:xfrm>
          <a:prstGeom prst="rect">
            <a:avLst/>
          </a:prstGeom>
          <a:noFill/>
        </p:spPr>
      </p:pic>
      <p:sp>
        <p:nvSpPr>
          <p:cNvPr id="4" name="Content Placeholder 3">
            <a:extLst>
              <a:ext uri="{FF2B5EF4-FFF2-40B4-BE49-F238E27FC236}">
                <a16:creationId xmlns:a16="http://schemas.microsoft.com/office/drawing/2014/main" id="{F94785EC-E899-FFD5-87E8-C714076F1FC1}"/>
              </a:ext>
            </a:extLst>
          </p:cNvPr>
          <p:cNvSpPr>
            <a:spLocks noGrp="1"/>
          </p:cNvSpPr>
          <p:nvPr>
            <p:ph sz="quarter" idx="14"/>
          </p:nvPr>
        </p:nvSpPr>
        <p:spPr>
          <a:xfrm>
            <a:off x="1088136" y="2212975"/>
            <a:ext cx="4360863" cy="4095750"/>
          </a:xfrm>
        </p:spPr>
        <p:txBody>
          <a:bodyPr vert="horz" lIns="91440" tIns="45720" rIns="91440" bIns="45720" rtlCol="0" anchor="t">
            <a:normAutofit fontScale="85000" lnSpcReduction="10000"/>
          </a:bodyPr>
          <a:lstStyle/>
          <a:p>
            <a:pPr>
              <a:buFont typeface="Arial"/>
              <a:buChar char="•"/>
            </a:pPr>
            <a:r>
              <a:rPr lang="en-US" b="1" dirty="0">
                <a:ea typeface="+mn-lt"/>
                <a:cs typeface="+mn-lt"/>
              </a:rPr>
              <a:t>Text Questions:</a:t>
            </a:r>
            <a:r>
              <a:rPr lang="en-US" dirty="0">
                <a:ea typeface="+mn-lt"/>
                <a:cs typeface="+mn-lt"/>
              </a:rPr>
              <a:t> Answers factual, conversational, or task-based queries</a:t>
            </a:r>
            <a:br>
              <a:rPr lang="en-US" dirty="0">
                <a:ea typeface="+mn-lt"/>
                <a:cs typeface="+mn-lt"/>
              </a:rPr>
            </a:br>
            <a:r>
              <a:rPr lang="en-US" dirty="0">
                <a:ea typeface="+mn-lt"/>
                <a:cs typeface="+mn-lt"/>
              </a:rPr>
              <a:t>  </a:t>
            </a:r>
            <a:r>
              <a:rPr lang="en-US" b="1" dirty="0">
                <a:ea typeface="+mn-lt"/>
                <a:cs typeface="+mn-lt"/>
              </a:rPr>
              <a:t>Image Interpretation:</a:t>
            </a:r>
            <a:r>
              <a:rPr lang="en-US" dirty="0">
                <a:ea typeface="+mn-lt"/>
                <a:cs typeface="+mn-lt"/>
              </a:rPr>
              <a:t> Generates captions or analyzes uploaded photos</a:t>
            </a:r>
            <a:br>
              <a:rPr lang="en-US" dirty="0">
                <a:ea typeface="+mn-lt"/>
                <a:cs typeface="+mn-lt"/>
              </a:rPr>
            </a:br>
            <a:r>
              <a:rPr lang="en-US" dirty="0">
                <a:ea typeface="+mn-lt"/>
                <a:cs typeface="+mn-lt"/>
              </a:rPr>
              <a:t>  </a:t>
            </a:r>
            <a:r>
              <a:rPr lang="en-US" b="1" dirty="0">
                <a:ea typeface="+mn-lt"/>
                <a:cs typeface="+mn-lt"/>
              </a:rPr>
              <a:t>Smart Replies:</a:t>
            </a:r>
            <a:r>
              <a:rPr lang="en-US" dirty="0">
                <a:ea typeface="+mn-lt"/>
                <a:cs typeface="+mn-lt"/>
              </a:rPr>
              <a:t> Remembers previous prompts in a session</a:t>
            </a:r>
            <a:br>
              <a:rPr lang="en-US" dirty="0">
                <a:ea typeface="+mn-lt"/>
                <a:cs typeface="+mn-lt"/>
              </a:rPr>
            </a:br>
            <a:r>
              <a:rPr lang="en-US" dirty="0">
                <a:ea typeface="+mn-lt"/>
                <a:cs typeface="+mn-lt"/>
              </a:rPr>
              <a:t>  </a:t>
            </a:r>
            <a:r>
              <a:rPr lang="en-US" b="1" dirty="0">
                <a:ea typeface="+mn-lt"/>
                <a:cs typeface="+mn-lt"/>
              </a:rPr>
              <a:t>Multi-use:</a:t>
            </a:r>
            <a:r>
              <a:rPr lang="en-US" dirty="0">
                <a:ea typeface="+mn-lt"/>
                <a:cs typeface="+mn-lt"/>
              </a:rPr>
              <a:t> Customer support, helpdesk, feedback system</a:t>
            </a:r>
            <a:br>
              <a:rPr lang="en-US" dirty="0">
                <a:ea typeface="+mn-lt"/>
                <a:cs typeface="+mn-lt"/>
              </a:rPr>
            </a:br>
            <a:r>
              <a:rPr lang="en-US" dirty="0">
                <a:ea typeface="+mn-lt"/>
                <a:cs typeface="+mn-lt"/>
              </a:rPr>
              <a:t> </a:t>
            </a:r>
            <a:r>
              <a:rPr lang="en-US" b="1" dirty="0">
                <a:ea typeface="+mn-lt"/>
                <a:cs typeface="+mn-lt"/>
              </a:rPr>
              <a:t>Hands-free access:</a:t>
            </a:r>
            <a:r>
              <a:rPr lang="en-US" dirty="0">
                <a:ea typeface="+mn-lt"/>
                <a:cs typeface="+mn-lt"/>
              </a:rPr>
              <a:t> Just chat on WhatsApp, no app needed</a:t>
            </a:r>
            <a:endParaRPr lang="en-US" dirty="0"/>
          </a:p>
        </p:txBody>
      </p:sp>
      <p:sp>
        <p:nvSpPr>
          <p:cNvPr id="17" name="Title 16">
            <a:extLst>
              <a:ext uri="{FF2B5EF4-FFF2-40B4-BE49-F238E27FC236}">
                <a16:creationId xmlns:a16="http://schemas.microsoft.com/office/drawing/2014/main" id="{2E663A25-72B5-7B91-C435-CC3924F15978}"/>
              </a:ext>
            </a:extLst>
          </p:cNvPr>
          <p:cNvSpPr>
            <a:spLocks noGrp="1"/>
          </p:cNvSpPr>
          <p:nvPr>
            <p:ph type="title"/>
          </p:nvPr>
        </p:nvSpPr>
        <p:spPr>
          <a:xfrm>
            <a:off x="1088136" y="548640"/>
            <a:ext cx="4361688" cy="1527048"/>
          </a:xfrm>
        </p:spPr>
        <p:txBody>
          <a:bodyPr anchor="t">
            <a:normAutofit/>
          </a:bodyPr>
          <a:lstStyle/>
          <a:p>
            <a:r>
              <a:rPr lang="en-US" b="0"/>
              <a:t>What the Bot Can Do</a:t>
            </a:r>
            <a:endParaRPr lang="en-US" dirty="0"/>
          </a:p>
        </p:txBody>
      </p:sp>
    </p:spTree>
    <p:extLst>
      <p:ext uri="{BB962C8B-B14F-4D97-AF65-F5344CB8AC3E}">
        <p14:creationId xmlns:p14="http://schemas.microsoft.com/office/powerpoint/2010/main" val="770470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337CF-2CCA-EC40-A3B9-A463406FB236}"/>
              </a:ext>
            </a:extLst>
          </p:cNvPr>
          <p:cNvSpPr>
            <a:spLocks noGrp="1"/>
          </p:cNvSpPr>
          <p:nvPr>
            <p:ph type="title"/>
          </p:nvPr>
        </p:nvSpPr>
        <p:spPr/>
        <p:txBody>
          <a:bodyPr>
            <a:normAutofit fontScale="90000"/>
          </a:bodyPr>
          <a:lstStyle/>
          <a:p>
            <a:r>
              <a:rPr lang="en-US" dirty="0"/>
              <a:t>24/7 AI Chatbot over WhatsApp using GPT-4.0 Mini + n8n</a:t>
            </a:r>
          </a:p>
        </p:txBody>
      </p:sp>
      <p:sp>
        <p:nvSpPr>
          <p:cNvPr id="3" name="Content Placeholder 2">
            <a:extLst>
              <a:ext uri="{FF2B5EF4-FFF2-40B4-BE49-F238E27FC236}">
                <a16:creationId xmlns:a16="http://schemas.microsoft.com/office/drawing/2014/main" id="{DBFEE9F5-1A26-B935-DC7B-D84B7613FA98}"/>
              </a:ext>
            </a:extLst>
          </p:cNvPr>
          <p:cNvSpPr>
            <a:spLocks noGrp="1"/>
          </p:cNvSpPr>
          <p:nvPr>
            <p:ph idx="1"/>
          </p:nvPr>
        </p:nvSpPr>
        <p:spPr/>
        <p:txBody>
          <a:bodyPr/>
          <a:lstStyle/>
          <a:p>
            <a:r>
              <a:rPr lang="en-US" dirty="0"/>
              <a:t>Goal: Smart AI assistant on WhatsApp</a:t>
            </a:r>
          </a:p>
          <a:p>
            <a:r>
              <a:rPr lang="en-US" dirty="0"/>
              <a:t>Tools: n8n, OpenAI GPT-4.0 Mini, WhatsApp Cloud API (Meta for Developers)</a:t>
            </a:r>
          </a:p>
          <a:p>
            <a:r>
              <a:rPr lang="en-US" dirty="0"/>
              <a:t>Why These Tools Were Chosen</a:t>
            </a:r>
          </a:p>
          <a:p>
            <a:pPr marL="909637" lvl="1" indent="-514350">
              <a:buAutoNum type="alphaLcPeriod"/>
            </a:pPr>
            <a:r>
              <a:rPr lang="en-US" dirty="0"/>
              <a:t>WhatsApp Cloud API: Official, reliable, supports text/image</a:t>
            </a:r>
          </a:p>
          <a:p>
            <a:pPr marL="909637" lvl="1" indent="-514350">
              <a:buAutoNum type="alphaLcPeriod"/>
            </a:pPr>
            <a:r>
              <a:rPr lang="en-US" dirty="0"/>
              <a:t>GPT-4.0 Mini: Cost-effective, fast inference</a:t>
            </a:r>
          </a:p>
          <a:p>
            <a:pPr marL="909637" lvl="1" indent="-514350">
              <a:buAutoNum type="alphaLcPeriod"/>
            </a:pPr>
            <a:r>
              <a:rPr lang="en-US" dirty="0"/>
              <a:t>n8n: Orchestrates the message → AI → reply flow</a:t>
            </a:r>
          </a:p>
        </p:txBody>
      </p:sp>
      <p:sp>
        <p:nvSpPr>
          <p:cNvPr id="4" name="Slide Number Placeholder 3">
            <a:extLst>
              <a:ext uri="{FF2B5EF4-FFF2-40B4-BE49-F238E27FC236}">
                <a16:creationId xmlns:a16="http://schemas.microsoft.com/office/drawing/2014/main" id="{082B5406-CF41-02F3-C497-80ADAA06661B}"/>
              </a:ext>
            </a:extLst>
          </p:cNvPr>
          <p:cNvSpPr>
            <a:spLocks noGrp="1"/>
          </p:cNvSpPr>
          <p:nvPr>
            <p:ph type="sldNum" sz="quarter" idx="11"/>
          </p:nvPr>
        </p:nvSpPr>
        <p:spPr/>
        <p:txBody>
          <a:bodyPr/>
          <a:lstStyle/>
          <a:p>
            <a:fld id="{793608D5-1586-F84E-AC54-632C635393D2}" type="slidenum">
              <a:rPr lang="en-US" smtClean="0"/>
              <a:pPr/>
              <a:t>40</a:t>
            </a:fld>
            <a:endParaRPr lang="en-US"/>
          </a:p>
        </p:txBody>
      </p:sp>
    </p:spTree>
    <p:extLst>
      <p:ext uri="{BB962C8B-B14F-4D97-AF65-F5344CB8AC3E}">
        <p14:creationId xmlns:p14="http://schemas.microsoft.com/office/powerpoint/2010/main" val="245458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10;&#10;AI-generated content may be incorrect.">
            <a:extLst>
              <a:ext uri="{FF2B5EF4-FFF2-40B4-BE49-F238E27FC236}">
                <a16:creationId xmlns:a16="http://schemas.microsoft.com/office/drawing/2014/main" id="{92F17059-0D0C-FA68-DC28-57582221BFE0}"/>
              </a:ext>
            </a:extLst>
          </p:cNvPr>
          <p:cNvPicPr>
            <a:picLocks noGrp="1" noChangeAspect="1"/>
          </p:cNvPicPr>
          <p:nvPr>
            <p:ph idx="1"/>
          </p:nvPr>
        </p:nvPicPr>
        <p:blipFill>
          <a:blip r:embed="rId2"/>
          <a:stretch>
            <a:fillRect/>
          </a:stretch>
        </p:blipFill>
        <p:spPr>
          <a:xfrm>
            <a:off x="0" y="950258"/>
            <a:ext cx="12192000" cy="5907741"/>
          </a:xfrm>
          <a:prstGeom prst="rect">
            <a:avLst/>
          </a:prstGeom>
          <a:noFill/>
        </p:spPr>
      </p:pic>
      <p:sp>
        <p:nvSpPr>
          <p:cNvPr id="3" name="Title 2">
            <a:extLst>
              <a:ext uri="{FF2B5EF4-FFF2-40B4-BE49-F238E27FC236}">
                <a16:creationId xmlns:a16="http://schemas.microsoft.com/office/drawing/2014/main" id="{F25D5E77-E276-8DF4-8AED-02698D33532F}"/>
              </a:ext>
            </a:extLst>
          </p:cNvPr>
          <p:cNvSpPr>
            <a:spLocks noGrp="1"/>
          </p:cNvSpPr>
          <p:nvPr>
            <p:ph type="title"/>
          </p:nvPr>
        </p:nvSpPr>
        <p:spPr>
          <a:xfrm>
            <a:off x="0" y="77234"/>
            <a:ext cx="9922764" cy="1294228"/>
          </a:xfrm>
        </p:spPr>
        <p:txBody>
          <a:bodyPr anchor="t">
            <a:normAutofit/>
          </a:bodyPr>
          <a:lstStyle/>
          <a:p>
            <a:r>
              <a:rPr lang="en-US" b="0" dirty="0"/>
              <a:t>Workflow</a:t>
            </a:r>
            <a:endParaRPr lang="en-US" dirty="0"/>
          </a:p>
        </p:txBody>
      </p:sp>
    </p:spTree>
    <p:extLst>
      <p:ext uri="{BB962C8B-B14F-4D97-AF65-F5344CB8AC3E}">
        <p14:creationId xmlns:p14="http://schemas.microsoft.com/office/powerpoint/2010/main" val="718552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6AFA0-B1A0-AE78-391B-1CBDA3934376}"/>
              </a:ext>
            </a:extLst>
          </p:cNvPr>
          <p:cNvSpPr>
            <a:spLocks noGrp="1"/>
          </p:cNvSpPr>
          <p:nvPr>
            <p:ph type="title"/>
          </p:nvPr>
        </p:nvSpPr>
        <p:spPr/>
        <p:txBody>
          <a:bodyPr/>
          <a:lstStyle/>
          <a:p>
            <a:r>
              <a:rPr lang="en-US"/>
              <a:t>Create All Required Accounts</a:t>
            </a:r>
          </a:p>
        </p:txBody>
      </p:sp>
      <p:sp>
        <p:nvSpPr>
          <p:cNvPr id="3" name="Content Placeholder 2">
            <a:extLst>
              <a:ext uri="{FF2B5EF4-FFF2-40B4-BE49-F238E27FC236}">
                <a16:creationId xmlns:a16="http://schemas.microsoft.com/office/drawing/2014/main" id="{AD7C1231-92AC-E8A5-ECDA-E90651A238F8}"/>
              </a:ext>
            </a:extLst>
          </p:cNvPr>
          <p:cNvSpPr>
            <a:spLocks noGrp="1"/>
          </p:cNvSpPr>
          <p:nvPr>
            <p:ph idx="1"/>
          </p:nvPr>
        </p:nvSpPr>
        <p:spPr/>
        <p:txBody>
          <a:bodyPr>
            <a:normAutofit fontScale="85000" lnSpcReduction="20000"/>
          </a:bodyPr>
          <a:lstStyle/>
          <a:p>
            <a:r>
              <a:rPr lang="en-US" dirty="0"/>
              <a:t>Meta Developer Account:  </a:t>
            </a:r>
            <a:r>
              <a:rPr lang="en-US" dirty="0">
                <a:hlinkClick r:id="rId2"/>
              </a:rPr>
              <a:t>https://developers.facebook.com/</a:t>
            </a:r>
            <a:endParaRPr lang="en-US" dirty="0"/>
          </a:p>
          <a:p>
            <a:r>
              <a:rPr lang="en-US" dirty="0"/>
              <a:t>Register App → Enable WhatsApp</a:t>
            </a:r>
          </a:p>
          <a:p>
            <a:r>
              <a:rPr lang="en-US" dirty="0"/>
              <a:t>Get:</a:t>
            </a:r>
          </a:p>
          <a:p>
            <a:endParaRPr lang="en-US" dirty="0"/>
          </a:p>
          <a:p>
            <a:pPr marL="1773237" lvl="3" indent="-514350">
              <a:buAutoNum type="alphaLcPeriod"/>
            </a:pPr>
            <a:r>
              <a:rPr lang="en-US" dirty="0"/>
              <a:t>Phone Number ID</a:t>
            </a:r>
          </a:p>
          <a:p>
            <a:pPr marL="1773237" lvl="3" indent="-514350">
              <a:buAutoNum type="alphaLcPeriod"/>
            </a:pPr>
            <a:r>
              <a:rPr lang="en-US" dirty="0"/>
              <a:t>Access Token</a:t>
            </a:r>
          </a:p>
          <a:p>
            <a:pPr marL="1773237" lvl="3" indent="-514350">
              <a:buAutoNum type="alphaLcPeriod"/>
            </a:pPr>
            <a:r>
              <a:rPr lang="en-US" dirty="0"/>
              <a:t>Webhook URL (from n8n)</a:t>
            </a:r>
          </a:p>
          <a:p>
            <a:pPr marL="1773237" lvl="3" indent="-514350">
              <a:buAutoNum type="alphaLcPeriod"/>
            </a:pPr>
            <a:r>
              <a:rPr lang="en-US" dirty="0"/>
              <a:t>Add a test phone number via Meta dashboard</a:t>
            </a:r>
          </a:p>
          <a:p>
            <a:r>
              <a:rPr lang="en-US" dirty="0"/>
              <a:t>Configure n8n Webhook</a:t>
            </a:r>
          </a:p>
          <a:p>
            <a:r>
              <a:rPr lang="en-US" dirty="0"/>
              <a:t>Webhook node receives WhatsApp messages</a:t>
            </a:r>
          </a:p>
          <a:p>
            <a:r>
              <a:rPr lang="en-US" dirty="0"/>
              <a:t>Add fields for:</a:t>
            </a:r>
          </a:p>
          <a:p>
            <a:pPr marL="1316037" lvl="2" indent="-514350">
              <a:buAutoNum type="alphaLcPeriod"/>
            </a:pPr>
            <a:r>
              <a:rPr lang="en-US" dirty="0"/>
              <a:t>Text content</a:t>
            </a:r>
          </a:p>
          <a:p>
            <a:pPr marL="1316037" lvl="2" indent="-514350">
              <a:buAutoNum type="alphaLcPeriod"/>
            </a:pPr>
            <a:r>
              <a:rPr lang="en-US" dirty="0"/>
              <a:t>Media ID (if image sent)</a:t>
            </a:r>
          </a:p>
        </p:txBody>
      </p:sp>
      <p:sp>
        <p:nvSpPr>
          <p:cNvPr id="4" name="Slide Number Placeholder 3">
            <a:extLst>
              <a:ext uri="{FF2B5EF4-FFF2-40B4-BE49-F238E27FC236}">
                <a16:creationId xmlns:a16="http://schemas.microsoft.com/office/drawing/2014/main" id="{BF363FC5-8923-24D6-22D2-FCE1D13FCF7A}"/>
              </a:ext>
            </a:extLst>
          </p:cNvPr>
          <p:cNvSpPr>
            <a:spLocks noGrp="1"/>
          </p:cNvSpPr>
          <p:nvPr>
            <p:ph type="sldNum" sz="quarter" idx="11"/>
          </p:nvPr>
        </p:nvSpPr>
        <p:spPr/>
        <p:txBody>
          <a:bodyPr/>
          <a:lstStyle/>
          <a:p>
            <a:fld id="{793608D5-1586-F84E-AC54-632C635393D2}" type="slidenum">
              <a:rPr lang="en-US" smtClean="0"/>
              <a:pPr/>
              <a:t>42</a:t>
            </a:fld>
            <a:endParaRPr lang="en-US"/>
          </a:p>
        </p:txBody>
      </p:sp>
    </p:spTree>
    <p:extLst>
      <p:ext uri="{BB962C8B-B14F-4D97-AF65-F5344CB8AC3E}">
        <p14:creationId xmlns:p14="http://schemas.microsoft.com/office/powerpoint/2010/main" val="1213757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7B35F-0CC8-A725-B99A-47FA9C3B7055}"/>
              </a:ext>
            </a:extLst>
          </p:cNvPr>
          <p:cNvSpPr>
            <a:spLocks noGrp="1"/>
          </p:cNvSpPr>
          <p:nvPr>
            <p:ph type="title"/>
          </p:nvPr>
        </p:nvSpPr>
        <p:spPr/>
        <p:txBody>
          <a:bodyPr/>
          <a:lstStyle/>
          <a:p>
            <a:r>
              <a:rPr lang="en-US" sz="4000" dirty="0"/>
              <a:t>Step 1 : Set Up WhatsApp receiver</a:t>
            </a:r>
            <a:endParaRPr lang="en-US" dirty="0"/>
          </a:p>
        </p:txBody>
      </p:sp>
      <p:sp>
        <p:nvSpPr>
          <p:cNvPr id="3" name="Content Placeholder 2">
            <a:extLst>
              <a:ext uri="{FF2B5EF4-FFF2-40B4-BE49-F238E27FC236}">
                <a16:creationId xmlns:a16="http://schemas.microsoft.com/office/drawing/2014/main" id="{3578A7A5-48BF-77E6-682C-F9A8A0DE94DE}"/>
              </a:ext>
            </a:extLst>
          </p:cNvPr>
          <p:cNvSpPr>
            <a:spLocks noGrp="1"/>
          </p:cNvSpPr>
          <p:nvPr>
            <p:ph idx="1"/>
          </p:nvPr>
        </p:nvSpPr>
        <p:spPr>
          <a:xfrm>
            <a:off x="0" y="1251284"/>
            <a:ext cx="5916706" cy="5400528"/>
          </a:xfrm>
        </p:spPr>
        <p:txBody>
          <a:bodyPr/>
          <a:lstStyle/>
          <a:p>
            <a:pPr>
              <a:buFont typeface="Arial" panose="020B0504020202020204" pitchFamily="34" charset="0"/>
              <a:buChar char="•"/>
            </a:pPr>
            <a:r>
              <a:rPr lang="en-US" dirty="0">
                <a:ea typeface="+mn-lt"/>
                <a:cs typeface="+mn-lt"/>
              </a:rPr>
              <a:t>Configured using </a:t>
            </a:r>
            <a:r>
              <a:rPr lang="en-US" b="1" dirty="0">
                <a:ea typeface="+mn-lt"/>
                <a:cs typeface="+mn-lt"/>
              </a:rPr>
              <a:t>WhatsApp Business Cloud API</a:t>
            </a:r>
            <a:r>
              <a:rPr lang="en-US" dirty="0">
                <a:ea typeface="+mn-lt"/>
                <a:cs typeface="+mn-lt"/>
              </a:rPr>
              <a:t>:</a:t>
            </a:r>
            <a:endParaRPr lang="en-US" dirty="0"/>
          </a:p>
          <a:p>
            <a:pPr marL="0" indent="0">
              <a:buNone/>
            </a:pPr>
            <a:r>
              <a:rPr lang="en-US" dirty="0">
                <a:ea typeface="+mn-lt"/>
                <a:cs typeface="+mn-lt"/>
              </a:rPr>
              <a:t>1. Registered app on Facebook for Developers</a:t>
            </a:r>
            <a:endParaRPr lang="en-US" dirty="0"/>
          </a:p>
          <a:p>
            <a:pPr marL="0" indent="0">
              <a:buNone/>
            </a:pPr>
            <a:r>
              <a:rPr lang="en-US" dirty="0">
                <a:ea typeface="+mn-lt"/>
                <a:cs typeface="+mn-lt"/>
              </a:rPr>
              <a:t>2. Webhook set to receive </a:t>
            </a:r>
            <a:r>
              <a:rPr lang="en-US" dirty="0">
                <a:latin typeface="Consolas"/>
              </a:rPr>
              <a:t>messages</a:t>
            </a:r>
            <a:r>
              <a:rPr lang="en-US" dirty="0">
                <a:ea typeface="+mn-lt"/>
                <a:cs typeface="+mn-lt"/>
              </a:rPr>
              <a:t> and </a:t>
            </a:r>
            <a:r>
              <a:rPr lang="en-US" dirty="0">
                <a:latin typeface="Consolas"/>
              </a:rPr>
              <a:t>media</a:t>
            </a:r>
          </a:p>
          <a:p>
            <a:pPr marL="0" indent="0">
              <a:buNone/>
            </a:pPr>
            <a:r>
              <a:rPr lang="en-US" dirty="0">
                <a:latin typeface="Consolas"/>
                <a:ea typeface="+mn-lt"/>
                <a:cs typeface="+mn-lt"/>
              </a:rPr>
              <a:t>3. </a:t>
            </a:r>
            <a:r>
              <a:rPr lang="en-US" dirty="0">
                <a:ea typeface="+mn-lt"/>
                <a:cs typeface="+mn-lt"/>
              </a:rPr>
              <a:t>Access token and phone number ID integrated into n8n</a:t>
            </a:r>
            <a:endParaRPr lang="en-US" dirty="0"/>
          </a:p>
          <a:p>
            <a:pPr marL="0" indent="0">
              <a:buNone/>
            </a:pPr>
            <a:r>
              <a:rPr lang="en-US" dirty="0">
                <a:ea typeface="+mn-lt"/>
                <a:cs typeface="+mn-lt"/>
              </a:rPr>
              <a:t>4</a:t>
            </a:r>
            <a:r>
              <a:rPr lang="en-US" dirty="0">
                <a:solidFill>
                  <a:srgbClr val="FF0000"/>
                </a:solidFill>
                <a:ea typeface="+mn-lt"/>
                <a:cs typeface="+mn-lt"/>
              </a:rPr>
              <a:t>. Triggers </a:t>
            </a:r>
            <a:r>
              <a:rPr lang="en-US" dirty="0">
                <a:ea typeface="+mn-lt"/>
                <a:cs typeface="+mn-lt"/>
              </a:rPr>
              <a:t>whenever a new message is received</a:t>
            </a:r>
            <a:endParaRPr lang="en-US" dirty="0"/>
          </a:p>
          <a:p>
            <a:pPr marL="342900" indent="-342900">
              <a:buAutoNum type="arabicPeriod"/>
            </a:pPr>
            <a:endParaRPr lang="en-US" dirty="0"/>
          </a:p>
          <a:p>
            <a:endParaRPr lang="en-US" dirty="0"/>
          </a:p>
        </p:txBody>
      </p:sp>
      <p:sp>
        <p:nvSpPr>
          <p:cNvPr id="4" name="Slide Number Placeholder 3">
            <a:extLst>
              <a:ext uri="{FF2B5EF4-FFF2-40B4-BE49-F238E27FC236}">
                <a16:creationId xmlns:a16="http://schemas.microsoft.com/office/drawing/2014/main" id="{199B6B0C-263D-3BFA-F226-068B3A9D792A}"/>
              </a:ext>
            </a:extLst>
          </p:cNvPr>
          <p:cNvSpPr>
            <a:spLocks noGrp="1"/>
          </p:cNvSpPr>
          <p:nvPr>
            <p:ph type="sldNum" sz="quarter" idx="11"/>
          </p:nvPr>
        </p:nvSpPr>
        <p:spPr/>
        <p:txBody>
          <a:bodyPr/>
          <a:lstStyle/>
          <a:p>
            <a:fld id="{793608D5-1586-F84E-AC54-632C635393D2}" type="slidenum">
              <a:rPr lang="en-US" smtClean="0"/>
              <a:pPr/>
              <a:t>43</a:t>
            </a:fld>
            <a:endParaRPr lang="en-US"/>
          </a:p>
        </p:txBody>
      </p:sp>
      <p:pic>
        <p:nvPicPr>
          <p:cNvPr id="5" name="Picture 4" descr="A screenshot of a computer&#10;&#10;AI-generated content may be incorrect.">
            <a:extLst>
              <a:ext uri="{FF2B5EF4-FFF2-40B4-BE49-F238E27FC236}">
                <a16:creationId xmlns:a16="http://schemas.microsoft.com/office/drawing/2014/main" id="{3D4FC326-68C0-5356-7E45-2D20D31DD46E}"/>
              </a:ext>
            </a:extLst>
          </p:cNvPr>
          <p:cNvPicPr>
            <a:picLocks noGrp="1" noChangeAspect="1"/>
          </p:cNvPicPr>
          <p:nvPr/>
        </p:nvPicPr>
        <p:blipFill>
          <a:blip r:embed="rId3"/>
          <a:srcRect t="9311" b="9311"/>
          <a:stretch/>
        </p:blipFill>
        <p:spPr>
          <a:xfrm>
            <a:off x="5745480" y="1251284"/>
            <a:ext cx="6446520" cy="5606716"/>
          </a:xfrm>
          <a:prstGeom prst="rect">
            <a:avLst/>
          </a:prstGeom>
          <a:noFill/>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4495A40F-78EB-01FE-CC92-367659E0DF44}"/>
                  </a:ext>
                </a:extLst>
              </p14:cNvPr>
              <p14:cNvContentPartPr/>
              <p14:nvPr/>
            </p14:nvContentPartPr>
            <p14:xfrm>
              <a:off x="9705783" y="963313"/>
              <a:ext cx="238738" cy="54356"/>
            </p14:xfrm>
          </p:contentPart>
        </mc:Choice>
        <mc:Fallback xmlns="">
          <p:pic>
            <p:nvPicPr>
              <p:cNvPr id="9" name="Ink 8">
                <a:extLst>
                  <a:ext uri="{FF2B5EF4-FFF2-40B4-BE49-F238E27FC236}">
                    <a16:creationId xmlns:a16="http://schemas.microsoft.com/office/drawing/2014/main" id="{4495A40F-78EB-01FE-CC92-367659E0DF44}"/>
                  </a:ext>
                </a:extLst>
              </p:cNvPr>
              <p:cNvPicPr/>
              <p:nvPr/>
            </p:nvPicPr>
            <p:blipFill>
              <a:blip r:embed="rId5"/>
              <a:stretch>
                <a:fillRect/>
              </a:stretch>
            </p:blipFill>
            <p:spPr>
              <a:xfrm>
                <a:off x="9699662" y="957193"/>
                <a:ext cx="250981" cy="6659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26C6BFD6-DF93-071A-9EFF-5C4E1C7FDF40}"/>
                  </a:ext>
                </a:extLst>
              </p14:cNvPr>
              <p14:cNvContentPartPr/>
              <p14:nvPr/>
            </p14:nvContentPartPr>
            <p14:xfrm>
              <a:off x="6067652" y="3158951"/>
              <a:ext cx="5586480" cy="983880"/>
            </p14:xfrm>
          </p:contentPart>
        </mc:Choice>
        <mc:Fallback xmlns="">
          <p:pic>
            <p:nvPicPr>
              <p:cNvPr id="6" name="Ink 5">
                <a:extLst>
                  <a:ext uri="{FF2B5EF4-FFF2-40B4-BE49-F238E27FC236}">
                    <a16:creationId xmlns:a16="http://schemas.microsoft.com/office/drawing/2014/main" id="{26C6BFD6-DF93-071A-9EFF-5C4E1C7FDF40}"/>
                  </a:ext>
                </a:extLst>
              </p:cNvPr>
              <p:cNvPicPr/>
              <p:nvPr/>
            </p:nvPicPr>
            <p:blipFill>
              <a:blip r:embed="rId7"/>
              <a:stretch>
                <a:fillRect/>
              </a:stretch>
            </p:blipFill>
            <p:spPr>
              <a:xfrm>
                <a:off x="6061532" y="3152831"/>
                <a:ext cx="5598720" cy="996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545E588-D031-08C0-8237-0913B8464950}"/>
                  </a:ext>
                </a:extLst>
              </p14:cNvPr>
              <p14:cNvContentPartPr/>
              <p14:nvPr/>
            </p14:nvContentPartPr>
            <p14:xfrm>
              <a:off x="9206492" y="977351"/>
              <a:ext cx="690480" cy="2384640"/>
            </p14:xfrm>
          </p:contentPart>
        </mc:Choice>
        <mc:Fallback xmlns="">
          <p:pic>
            <p:nvPicPr>
              <p:cNvPr id="7" name="Ink 6">
                <a:extLst>
                  <a:ext uri="{FF2B5EF4-FFF2-40B4-BE49-F238E27FC236}">
                    <a16:creationId xmlns:a16="http://schemas.microsoft.com/office/drawing/2014/main" id="{B545E588-D031-08C0-8237-0913B8464950}"/>
                  </a:ext>
                </a:extLst>
              </p:cNvPr>
              <p:cNvPicPr/>
              <p:nvPr/>
            </p:nvPicPr>
            <p:blipFill>
              <a:blip r:embed="rId9"/>
              <a:stretch>
                <a:fillRect/>
              </a:stretch>
            </p:blipFill>
            <p:spPr>
              <a:xfrm>
                <a:off x="9200372" y="971231"/>
                <a:ext cx="702720" cy="2396880"/>
              </a:xfrm>
              <a:prstGeom prst="rect">
                <a:avLst/>
              </a:prstGeom>
            </p:spPr>
          </p:pic>
        </mc:Fallback>
      </mc:AlternateContent>
      <p:grpSp>
        <p:nvGrpSpPr>
          <p:cNvPr id="15" name="Group 14">
            <a:extLst>
              <a:ext uri="{FF2B5EF4-FFF2-40B4-BE49-F238E27FC236}">
                <a16:creationId xmlns:a16="http://schemas.microsoft.com/office/drawing/2014/main" id="{D4ABDC94-78FE-5640-A1E6-4D56E3087744}"/>
              </a:ext>
            </a:extLst>
          </p:cNvPr>
          <p:cNvGrpSpPr/>
          <p:nvPr/>
        </p:nvGrpSpPr>
        <p:grpSpPr>
          <a:xfrm>
            <a:off x="9710852" y="967991"/>
            <a:ext cx="245520" cy="235800"/>
            <a:chOff x="9710852" y="967991"/>
            <a:chExt cx="245520" cy="235800"/>
          </a:xfrm>
        </p:grpSpPr>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46FEB186-02DC-987C-CFFA-37BCB4AA3E35}"/>
                    </a:ext>
                  </a:extLst>
                </p14:cNvPr>
                <p14:cNvContentPartPr/>
                <p14:nvPr/>
              </p14:nvContentPartPr>
              <p14:xfrm>
                <a:off x="9745052" y="1005791"/>
                <a:ext cx="143280" cy="16560"/>
              </p14:xfrm>
            </p:contentPart>
          </mc:Choice>
          <mc:Fallback xmlns="">
            <p:pic>
              <p:nvPicPr>
                <p:cNvPr id="10" name="Ink 9">
                  <a:extLst>
                    <a:ext uri="{FF2B5EF4-FFF2-40B4-BE49-F238E27FC236}">
                      <a16:creationId xmlns:a16="http://schemas.microsoft.com/office/drawing/2014/main" id="{46FEB186-02DC-987C-CFFA-37BCB4AA3E35}"/>
                    </a:ext>
                  </a:extLst>
                </p:cNvPr>
                <p:cNvPicPr/>
                <p:nvPr/>
              </p:nvPicPr>
              <p:blipFill>
                <a:blip r:embed="rId11"/>
                <a:stretch>
                  <a:fillRect/>
                </a:stretch>
              </p:blipFill>
              <p:spPr>
                <a:xfrm>
                  <a:off x="9738932" y="999671"/>
                  <a:ext cx="1555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86829D0A-5390-8863-F054-4FA93F2EB850}"/>
                    </a:ext>
                  </a:extLst>
                </p14:cNvPr>
                <p14:cNvContentPartPr/>
                <p14:nvPr/>
              </p14:nvContentPartPr>
              <p14:xfrm>
                <a:off x="9905612" y="967991"/>
                <a:ext cx="50760" cy="235800"/>
              </p14:xfrm>
            </p:contentPart>
          </mc:Choice>
          <mc:Fallback xmlns="">
            <p:pic>
              <p:nvPicPr>
                <p:cNvPr id="11" name="Ink 10">
                  <a:extLst>
                    <a:ext uri="{FF2B5EF4-FFF2-40B4-BE49-F238E27FC236}">
                      <a16:creationId xmlns:a16="http://schemas.microsoft.com/office/drawing/2014/main" id="{86829D0A-5390-8863-F054-4FA93F2EB850}"/>
                    </a:ext>
                  </a:extLst>
                </p:cNvPr>
                <p:cNvPicPr/>
                <p:nvPr/>
              </p:nvPicPr>
              <p:blipFill>
                <a:blip r:embed="rId13"/>
                <a:stretch>
                  <a:fillRect/>
                </a:stretch>
              </p:blipFill>
              <p:spPr>
                <a:xfrm>
                  <a:off x="9899492" y="961871"/>
                  <a:ext cx="630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CA55D9E2-72AC-741B-F1CD-806D48F28D3B}"/>
                    </a:ext>
                  </a:extLst>
                </p14:cNvPr>
                <p14:cNvContentPartPr/>
                <p14:nvPr/>
              </p14:nvContentPartPr>
              <p14:xfrm>
                <a:off x="9710852" y="1021991"/>
                <a:ext cx="177120" cy="18000"/>
              </p14:xfrm>
            </p:contentPart>
          </mc:Choice>
          <mc:Fallback xmlns="">
            <p:pic>
              <p:nvPicPr>
                <p:cNvPr id="14" name="Ink 13">
                  <a:extLst>
                    <a:ext uri="{FF2B5EF4-FFF2-40B4-BE49-F238E27FC236}">
                      <a16:creationId xmlns:a16="http://schemas.microsoft.com/office/drawing/2014/main" id="{CA55D9E2-72AC-741B-F1CD-806D48F28D3B}"/>
                    </a:ext>
                  </a:extLst>
                </p:cNvPr>
                <p:cNvPicPr/>
                <p:nvPr/>
              </p:nvPicPr>
              <p:blipFill>
                <a:blip r:embed="rId15"/>
                <a:stretch>
                  <a:fillRect/>
                </a:stretch>
              </p:blipFill>
              <p:spPr>
                <a:xfrm>
                  <a:off x="9704732" y="1015871"/>
                  <a:ext cx="189360" cy="30240"/>
                </a:xfrm>
                <a:prstGeom prst="rect">
                  <a:avLst/>
                </a:prstGeom>
              </p:spPr>
            </p:pic>
          </mc:Fallback>
        </mc:AlternateContent>
      </p:grpSp>
      <p:sp>
        <p:nvSpPr>
          <p:cNvPr id="16" name="TextBox 15">
            <a:extLst>
              <a:ext uri="{FF2B5EF4-FFF2-40B4-BE49-F238E27FC236}">
                <a16:creationId xmlns:a16="http://schemas.microsoft.com/office/drawing/2014/main" id="{A06C0DA4-1748-9AAB-B97D-78D25397F3C2}"/>
              </a:ext>
            </a:extLst>
          </p:cNvPr>
          <p:cNvSpPr txBox="1"/>
          <p:nvPr/>
        </p:nvSpPr>
        <p:spPr>
          <a:xfrm>
            <a:off x="8686800" y="206188"/>
            <a:ext cx="3347720" cy="923330"/>
          </a:xfrm>
          <a:prstGeom prst="rect">
            <a:avLst/>
          </a:prstGeom>
          <a:noFill/>
        </p:spPr>
        <p:txBody>
          <a:bodyPr wrap="square" rtlCol="0">
            <a:spAutoFit/>
          </a:bodyPr>
          <a:lstStyle/>
          <a:p>
            <a:r>
              <a:rPr lang="en-US" dirty="0"/>
              <a:t>Due to the API limitations, we could only use one trigger at a time.</a:t>
            </a:r>
          </a:p>
        </p:txBody>
      </p:sp>
    </p:spTree>
    <p:extLst>
      <p:ext uri="{BB962C8B-B14F-4D97-AF65-F5344CB8AC3E}">
        <p14:creationId xmlns:p14="http://schemas.microsoft.com/office/powerpoint/2010/main" val="1195726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3288-F8FF-6BBB-ECCB-85028BE3DE78}"/>
              </a:ext>
            </a:extLst>
          </p:cNvPr>
          <p:cNvSpPr>
            <a:spLocks noGrp="1"/>
          </p:cNvSpPr>
          <p:nvPr>
            <p:ph type="title"/>
          </p:nvPr>
        </p:nvSpPr>
        <p:spPr/>
        <p:txBody>
          <a:bodyPr/>
          <a:lstStyle/>
          <a:p>
            <a:r>
              <a:rPr lang="en-US" dirty="0"/>
              <a:t>Switch</a:t>
            </a:r>
          </a:p>
        </p:txBody>
      </p:sp>
      <p:sp>
        <p:nvSpPr>
          <p:cNvPr id="3" name="Content Placeholder 2">
            <a:extLst>
              <a:ext uri="{FF2B5EF4-FFF2-40B4-BE49-F238E27FC236}">
                <a16:creationId xmlns:a16="http://schemas.microsoft.com/office/drawing/2014/main" id="{41302056-F291-9BE3-3EAD-498F3AC2DE66}"/>
              </a:ext>
            </a:extLst>
          </p:cNvPr>
          <p:cNvSpPr>
            <a:spLocks noGrp="1"/>
          </p:cNvSpPr>
          <p:nvPr>
            <p:ph idx="1"/>
          </p:nvPr>
        </p:nvSpPr>
        <p:spPr>
          <a:xfrm>
            <a:off x="838200" y="1251284"/>
            <a:ext cx="5661212" cy="5534998"/>
          </a:xfrm>
        </p:spPr>
        <p:txBody>
          <a:bodyPr>
            <a:normAutofit lnSpcReduction="10000"/>
          </a:bodyPr>
          <a:lstStyle/>
          <a:p>
            <a:r>
              <a:rPr lang="en-US" sz="2000" dirty="0"/>
              <a:t>The </a:t>
            </a:r>
            <a:r>
              <a:rPr lang="en-US" sz="2000" b="1" dirty="0"/>
              <a:t>Switch node</a:t>
            </a:r>
            <a:r>
              <a:rPr lang="en-US" sz="2000" dirty="0"/>
              <a:t> lets you define multiple conditions and </a:t>
            </a:r>
            <a:r>
              <a:rPr lang="en-US" sz="2000" b="1" dirty="0"/>
              <a:t>route the flow</a:t>
            </a:r>
            <a:r>
              <a:rPr lang="en-US" sz="2000" dirty="0"/>
              <a:t> of the workflow depending on the value of a specific field.</a:t>
            </a:r>
          </a:p>
          <a:p>
            <a:r>
              <a:rPr lang="en-US" sz="2000" dirty="0"/>
              <a:t>Instead of using multiple IF nodes, you can handle </a:t>
            </a:r>
            <a:r>
              <a:rPr lang="en-US" sz="2000" b="1" dirty="0"/>
              <a:t>multiple cases</a:t>
            </a:r>
            <a:r>
              <a:rPr lang="en-US" sz="2000" dirty="0"/>
              <a:t> in a cleaner and more efficient way.</a:t>
            </a:r>
          </a:p>
          <a:p>
            <a:pPr>
              <a:buFont typeface="Arial"/>
              <a:buChar char="•"/>
            </a:pPr>
            <a:r>
              <a:rPr lang="en-US" sz="2000" dirty="0">
                <a:ea typeface="+mn-lt"/>
                <a:cs typeface="+mn-lt"/>
              </a:rPr>
              <a:t>This node checks if the incoming WhatsApp message contains:</a:t>
            </a:r>
            <a:endParaRPr lang="en-US" sz="2000" dirty="0"/>
          </a:p>
          <a:p>
            <a:pPr>
              <a:buFont typeface="Arial"/>
              <a:buChar char="•"/>
            </a:pPr>
            <a:r>
              <a:rPr lang="en-US" sz="2000" dirty="0">
                <a:ea typeface="+mn-lt"/>
                <a:cs typeface="+mn-lt"/>
              </a:rPr>
              <a:t>Only </a:t>
            </a:r>
            <a:r>
              <a:rPr lang="en-US" sz="2000" b="1" dirty="0">
                <a:ea typeface="+mn-lt"/>
                <a:cs typeface="+mn-lt"/>
              </a:rPr>
              <a:t>text</a:t>
            </a:r>
            <a:r>
              <a:rPr lang="en-US" sz="2000" dirty="0">
                <a:ea typeface="+mn-lt"/>
                <a:cs typeface="+mn-lt"/>
              </a:rPr>
              <a:t> (→ go to GPT directly)</a:t>
            </a:r>
            <a:endParaRPr lang="en-US" sz="2000" dirty="0"/>
          </a:p>
          <a:p>
            <a:pPr>
              <a:buFont typeface="Arial"/>
              <a:buChar char="•"/>
            </a:pPr>
            <a:r>
              <a:rPr lang="en-US" sz="2000" dirty="0">
                <a:ea typeface="+mn-lt"/>
                <a:cs typeface="+mn-lt"/>
              </a:rPr>
              <a:t>An </a:t>
            </a:r>
            <a:r>
              <a:rPr lang="en-US" sz="2000" b="1" dirty="0">
                <a:ea typeface="+mn-lt"/>
                <a:cs typeface="+mn-lt"/>
              </a:rPr>
              <a:t>image</a:t>
            </a:r>
            <a:r>
              <a:rPr lang="en-US" sz="2000" dirty="0">
                <a:ea typeface="+mn-lt"/>
                <a:cs typeface="+mn-lt"/>
              </a:rPr>
              <a:t> (→ go to image download step)</a:t>
            </a:r>
            <a:br>
              <a:rPr lang="en-US" sz="2000" dirty="0">
                <a:ea typeface="+mn-lt"/>
                <a:cs typeface="+mn-lt"/>
              </a:rPr>
            </a:br>
            <a:r>
              <a:rPr lang="en-US" sz="2000" dirty="0">
                <a:ea typeface="+mn-lt"/>
                <a:cs typeface="+mn-lt"/>
              </a:rPr>
              <a:t> This conditional logic ensures the flow follows the correct path</a:t>
            </a:r>
            <a:r>
              <a:rPr lang="en-US" dirty="0">
                <a:ea typeface="+mn-lt"/>
                <a:cs typeface="+mn-lt"/>
              </a:rPr>
              <a:t>.</a:t>
            </a:r>
          </a:p>
          <a:p>
            <a:pPr>
              <a:buFont typeface="Arial"/>
              <a:buChar char="•"/>
            </a:pPr>
            <a:r>
              <a:rPr lang="en-US" sz="2200" b="1" dirty="0">
                <a:solidFill>
                  <a:srgbClr val="FF0000"/>
                </a:solidFill>
              </a:rPr>
              <a:t>If message has text → Send to GPT</a:t>
            </a:r>
          </a:p>
          <a:p>
            <a:pPr>
              <a:buFont typeface="Arial"/>
              <a:buChar char="•"/>
            </a:pPr>
            <a:r>
              <a:rPr lang="en-US" sz="2200" b="1" dirty="0">
                <a:solidFill>
                  <a:srgbClr val="FF0000"/>
                </a:solidFill>
              </a:rPr>
              <a:t>If message has image → Download → Analyze with GPT</a:t>
            </a:r>
          </a:p>
          <a:p>
            <a:pPr>
              <a:buFont typeface="Arial"/>
              <a:buChar char="•"/>
            </a:pPr>
            <a:r>
              <a:rPr lang="en-US" sz="2200" b="1" dirty="0">
                <a:solidFill>
                  <a:srgbClr val="FF0000"/>
                </a:solidFill>
              </a:rPr>
              <a:t>Else → Default message (error or fallback)</a:t>
            </a:r>
          </a:p>
          <a:p>
            <a:pPr>
              <a:buFont typeface="Arial"/>
              <a:buChar char="•"/>
            </a:pPr>
            <a:endParaRPr lang="en-US" dirty="0"/>
          </a:p>
          <a:p>
            <a:endParaRPr lang="en-US" dirty="0"/>
          </a:p>
        </p:txBody>
      </p:sp>
      <p:sp>
        <p:nvSpPr>
          <p:cNvPr id="4" name="Slide Number Placeholder 3">
            <a:extLst>
              <a:ext uri="{FF2B5EF4-FFF2-40B4-BE49-F238E27FC236}">
                <a16:creationId xmlns:a16="http://schemas.microsoft.com/office/drawing/2014/main" id="{26C8BC0D-6BBD-181A-2EB1-F1E5EE7249AA}"/>
              </a:ext>
            </a:extLst>
          </p:cNvPr>
          <p:cNvSpPr>
            <a:spLocks noGrp="1"/>
          </p:cNvSpPr>
          <p:nvPr>
            <p:ph type="sldNum" sz="quarter" idx="11"/>
          </p:nvPr>
        </p:nvSpPr>
        <p:spPr/>
        <p:txBody>
          <a:bodyPr/>
          <a:lstStyle/>
          <a:p>
            <a:fld id="{793608D5-1586-F84E-AC54-632C635393D2}" type="slidenum">
              <a:rPr lang="en-US" smtClean="0"/>
              <a:pPr/>
              <a:t>44</a:t>
            </a:fld>
            <a:endParaRPr lang="en-US"/>
          </a:p>
        </p:txBody>
      </p:sp>
      <p:pic>
        <p:nvPicPr>
          <p:cNvPr id="7" name="Content Placeholder 7" descr="A screenshot of a computer&#10;&#10;AI-generated content may be incorrect.">
            <a:extLst>
              <a:ext uri="{FF2B5EF4-FFF2-40B4-BE49-F238E27FC236}">
                <a16:creationId xmlns:a16="http://schemas.microsoft.com/office/drawing/2014/main" id="{18664EE5-34CA-E6ED-DB2E-7A208EB3F6D0}"/>
              </a:ext>
            </a:extLst>
          </p:cNvPr>
          <p:cNvPicPr>
            <a:picLocks noGrp="1" noChangeAspect="1"/>
          </p:cNvPicPr>
          <p:nvPr/>
        </p:nvPicPr>
        <p:blipFill>
          <a:blip r:embed="rId2"/>
          <a:stretch/>
        </p:blipFill>
        <p:spPr>
          <a:xfrm>
            <a:off x="6198610" y="0"/>
            <a:ext cx="5993389" cy="6858000"/>
          </a:xfrm>
          <a:prstGeom prst="rect">
            <a:avLst/>
          </a:prstGeom>
          <a:noFill/>
        </p:spPr>
      </p:pic>
    </p:spTree>
    <p:extLst>
      <p:ext uri="{BB962C8B-B14F-4D97-AF65-F5344CB8AC3E}">
        <p14:creationId xmlns:p14="http://schemas.microsoft.com/office/powerpoint/2010/main" val="3491712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898FC-240A-3ECD-715C-AB00AB362B73}"/>
              </a:ext>
            </a:extLst>
          </p:cNvPr>
          <p:cNvSpPr>
            <a:spLocks noGrp="1"/>
          </p:cNvSpPr>
          <p:nvPr>
            <p:ph type="title"/>
          </p:nvPr>
        </p:nvSpPr>
        <p:spPr>
          <a:xfrm>
            <a:off x="0" y="0"/>
            <a:ext cx="10515600" cy="886159"/>
          </a:xfrm>
        </p:spPr>
        <p:txBody>
          <a:bodyPr/>
          <a:lstStyle/>
          <a:p>
            <a:r>
              <a:rPr lang="en-US" dirty="0"/>
              <a:t>OUTPUT Of Switch</a:t>
            </a:r>
          </a:p>
        </p:txBody>
      </p:sp>
      <p:sp>
        <p:nvSpPr>
          <p:cNvPr id="4" name="Slide Number Placeholder 3">
            <a:extLst>
              <a:ext uri="{FF2B5EF4-FFF2-40B4-BE49-F238E27FC236}">
                <a16:creationId xmlns:a16="http://schemas.microsoft.com/office/drawing/2014/main" id="{EED13ACF-43D9-A1F8-9FF8-10BECA854B7D}"/>
              </a:ext>
            </a:extLst>
          </p:cNvPr>
          <p:cNvSpPr>
            <a:spLocks noGrp="1"/>
          </p:cNvSpPr>
          <p:nvPr>
            <p:ph type="sldNum" sz="quarter" idx="11"/>
          </p:nvPr>
        </p:nvSpPr>
        <p:spPr/>
        <p:txBody>
          <a:bodyPr/>
          <a:lstStyle/>
          <a:p>
            <a:fld id="{793608D5-1586-F84E-AC54-632C635393D2}" type="slidenum">
              <a:rPr lang="en-US" smtClean="0"/>
              <a:pPr/>
              <a:t>45</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105FE2E9-68B1-9C37-DE39-9DBB03A84FBD}"/>
              </a:ext>
            </a:extLst>
          </p:cNvPr>
          <p:cNvPicPr>
            <a:picLocks noGrp="1" noChangeAspect="1"/>
          </p:cNvPicPr>
          <p:nvPr>
            <p:ph idx="1"/>
          </p:nvPr>
        </p:nvPicPr>
        <p:blipFill>
          <a:blip r:embed="rId2"/>
          <a:stretch>
            <a:fillRect/>
          </a:stretch>
        </p:blipFill>
        <p:spPr>
          <a:xfrm>
            <a:off x="157481" y="717176"/>
            <a:ext cx="7588026" cy="6004299"/>
          </a:xfrm>
          <a:prstGeom prst="rect">
            <a:avLst/>
          </a:prstGeom>
        </p:spPr>
      </p:pic>
      <p:grpSp>
        <p:nvGrpSpPr>
          <p:cNvPr id="11" name="Group 10">
            <a:extLst>
              <a:ext uri="{FF2B5EF4-FFF2-40B4-BE49-F238E27FC236}">
                <a16:creationId xmlns:a16="http://schemas.microsoft.com/office/drawing/2014/main" id="{60161D1D-9D3A-C51E-01C3-46BDD97F2FE2}"/>
              </a:ext>
            </a:extLst>
          </p:cNvPr>
          <p:cNvGrpSpPr/>
          <p:nvPr/>
        </p:nvGrpSpPr>
        <p:grpSpPr>
          <a:xfrm>
            <a:off x="491612" y="3079751"/>
            <a:ext cx="3542400" cy="2730240"/>
            <a:chOff x="491612" y="3079751"/>
            <a:chExt cx="3542400" cy="27302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75F264B-33D0-509E-F557-B859C721240A}"/>
                    </a:ext>
                  </a:extLst>
                </p14:cNvPr>
                <p14:cNvContentPartPr/>
                <p14:nvPr/>
              </p14:nvContentPartPr>
              <p14:xfrm>
                <a:off x="491612" y="4579511"/>
                <a:ext cx="1859760" cy="1230480"/>
              </p14:xfrm>
            </p:contentPart>
          </mc:Choice>
          <mc:Fallback xmlns="">
            <p:pic>
              <p:nvPicPr>
                <p:cNvPr id="6" name="Ink 5">
                  <a:extLst>
                    <a:ext uri="{FF2B5EF4-FFF2-40B4-BE49-F238E27FC236}">
                      <a16:creationId xmlns:a16="http://schemas.microsoft.com/office/drawing/2014/main" id="{375F264B-33D0-509E-F557-B859C721240A}"/>
                    </a:ext>
                  </a:extLst>
                </p:cNvPr>
                <p:cNvPicPr/>
                <p:nvPr/>
              </p:nvPicPr>
              <p:blipFill>
                <a:blip r:embed="rId4"/>
                <a:stretch>
                  <a:fillRect/>
                </a:stretch>
              </p:blipFill>
              <p:spPr>
                <a:xfrm>
                  <a:off x="485492" y="4573391"/>
                  <a:ext cx="1872000" cy="1242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F0F952CE-E331-6EFE-300C-A9CEB8161D09}"/>
                    </a:ext>
                  </a:extLst>
                </p14:cNvPr>
                <p14:cNvContentPartPr/>
                <p14:nvPr/>
              </p14:nvContentPartPr>
              <p14:xfrm>
                <a:off x="2321492" y="3105311"/>
                <a:ext cx="1687680" cy="1798560"/>
              </p14:xfrm>
            </p:contentPart>
          </mc:Choice>
          <mc:Fallback xmlns="">
            <p:pic>
              <p:nvPicPr>
                <p:cNvPr id="7" name="Ink 6">
                  <a:extLst>
                    <a:ext uri="{FF2B5EF4-FFF2-40B4-BE49-F238E27FC236}">
                      <a16:creationId xmlns:a16="http://schemas.microsoft.com/office/drawing/2014/main" id="{F0F952CE-E331-6EFE-300C-A9CEB8161D09}"/>
                    </a:ext>
                  </a:extLst>
                </p:cNvPr>
                <p:cNvPicPr/>
                <p:nvPr/>
              </p:nvPicPr>
              <p:blipFill>
                <a:blip r:embed="rId6"/>
                <a:stretch>
                  <a:fillRect/>
                </a:stretch>
              </p:blipFill>
              <p:spPr>
                <a:xfrm>
                  <a:off x="2315372" y="3099191"/>
                  <a:ext cx="1699920" cy="1810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CF03DDD-0B50-0654-5C0D-7423109F2C6D}"/>
                    </a:ext>
                  </a:extLst>
                </p14:cNvPr>
                <p14:cNvContentPartPr/>
                <p14:nvPr/>
              </p14:nvContentPartPr>
              <p14:xfrm>
                <a:off x="3859412" y="3079751"/>
                <a:ext cx="156960" cy="22320"/>
              </p14:xfrm>
            </p:contentPart>
          </mc:Choice>
          <mc:Fallback xmlns="">
            <p:pic>
              <p:nvPicPr>
                <p:cNvPr id="8" name="Ink 7">
                  <a:extLst>
                    <a:ext uri="{FF2B5EF4-FFF2-40B4-BE49-F238E27FC236}">
                      <a16:creationId xmlns:a16="http://schemas.microsoft.com/office/drawing/2014/main" id="{2CF03DDD-0B50-0654-5C0D-7423109F2C6D}"/>
                    </a:ext>
                  </a:extLst>
                </p:cNvPr>
                <p:cNvPicPr/>
                <p:nvPr/>
              </p:nvPicPr>
              <p:blipFill>
                <a:blip r:embed="rId8"/>
                <a:stretch>
                  <a:fillRect/>
                </a:stretch>
              </p:blipFill>
              <p:spPr>
                <a:xfrm>
                  <a:off x="3853292" y="3073631"/>
                  <a:ext cx="16920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431A3826-3028-ADD9-C16C-93A13CFB46B5}"/>
                    </a:ext>
                  </a:extLst>
                </p14:cNvPr>
                <p14:cNvContentPartPr/>
                <p14:nvPr/>
              </p14:nvContentPartPr>
              <p14:xfrm>
                <a:off x="4004852" y="3119711"/>
                <a:ext cx="29160" cy="132120"/>
              </p14:xfrm>
            </p:contentPart>
          </mc:Choice>
          <mc:Fallback xmlns="">
            <p:pic>
              <p:nvPicPr>
                <p:cNvPr id="10" name="Ink 9">
                  <a:extLst>
                    <a:ext uri="{FF2B5EF4-FFF2-40B4-BE49-F238E27FC236}">
                      <a16:creationId xmlns:a16="http://schemas.microsoft.com/office/drawing/2014/main" id="{431A3826-3028-ADD9-C16C-93A13CFB46B5}"/>
                    </a:ext>
                  </a:extLst>
                </p:cNvPr>
                <p:cNvPicPr/>
                <p:nvPr/>
              </p:nvPicPr>
              <p:blipFill>
                <a:blip r:embed="rId10"/>
                <a:stretch>
                  <a:fillRect/>
                </a:stretch>
              </p:blipFill>
              <p:spPr>
                <a:xfrm>
                  <a:off x="3998732" y="3113591"/>
                  <a:ext cx="41400" cy="14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062A17BE-2EC5-7A46-8FEE-9791A6A6FB0C}"/>
                  </a:ext>
                </a:extLst>
              </p14:cNvPr>
              <p14:cNvContentPartPr/>
              <p14:nvPr/>
            </p14:nvContentPartPr>
            <p14:xfrm>
              <a:off x="6128569" y="2145450"/>
              <a:ext cx="360" cy="360"/>
            </p14:xfrm>
          </p:contentPart>
        </mc:Choice>
        <mc:Fallback xmlns="">
          <p:pic>
            <p:nvPicPr>
              <p:cNvPr id="14" name="Ink 13">
                <a:extLst>
                  <a:ext uri="{FF2B5EF4-FFF2-40B4-BE49-F238E27FC236}">
                    <a16:creationId xmlns:a16="http://schemas.microsoft.com/office/drawing/2014/main" id="{062A17BE-2EC5-7A46-8FEE-9791A6A6FB0C}"/>
                  </a:ext>
                </a:extLst>
              </p:cNvPr>
              <p:cNvPicPr/>
              <p:nvPr/>
            </p:nvPicPr>
            <p:blipFill>
              <a:blip r:embed="rId12"/>
              <a:stretch>
                <a:fillRect/>
              </a:stretch>
            </p:blipFill>
            <p:spPr>
              <a:xfrm>
                <a:off x="6122449" y="2139330"/>
                <a:ext cx="12600" cy="12600"/>
              </a:xfrm>
              <a:prstGeom prst="rect">
                <a:avLst/>
              </a:prstGeom>
            </p:spPr>
          </p:pic>
        </mc:Fallback>
      </mc:AlternateContent>
      <p:sp>
        <p:nvSpPr>
          <p:cNvPr id="15" name="TextBox 14">
            <a:extLst>
              <a:ext uri="{FF2B5EF4-FFF2-40B4-BE49-F238E27FC236}">
                <a16:creationId xmlns:a16="http://schemas.microsoft.com/office/drawing/2014/main" id="{6CF203D5-EDB2-A033-82B2-F8C6EFBB692E}"/>
              </a:ext>
            </a:extLst>
          </p:cNvPr>
          <p:cNvSpPr txBox="1"/>
          <p:nvPr/>
        </p:nvSpPr>
        <p:spPr>
          <a:xfrm>
            <a:off x="4399984" y="1593410"/>
            <a:ext cx="2987644" cy="1477328"/>
          </a:xfrm>
          <a:prstGeom prst="rect">
            <a:avLst/>
          </a:prstGeom>
          <a:noFill/>
        </p:spPr>
        <p:txBody>
          <a:bodyPr wrap="square" rtlCol="0">
            <a:spAutoFit/>
          </a:bodyPr>
          <a:lstStyle/>
          <a:p>
            <a:r>
              <a:rPr lang="en-US" dirty="0"/>
              <a:t>Here my input message “ Hello” was counted as a text type and sent directly to the next step instead of going through download image.</a:t>
            </a:r>
          </a:p>
        </p:txBody>
      </p:sp>
      <mc:AlternateContent xmlns:mc="http://schemas.openxmlformats.org/markup-compatibility/2006" xmlns:p14="http://schemas.microsoft.com/office/powerpoint/2010/main">
        <mc:Choice Requires="p14">
          <p:contentPart p14:bwMode="auto" r:id="rId13">
            <p14:nvContentPartPr>
              <p14:cNvPr id="3" name="Ink 2">
                <a:extLst>
                  <a:ext uri="{FF2B5EF4-FFF2-40B4-BE49-F238E27FC236}">
                    <a16:creationId xmlns:a16="http://schemas.microsoft.com/office/drawing/2014/main" id="{83690E17-0956-2E1C-BA6C-A3982D74F937}"/>
                  </a:ext>
                </a:extLst>
              </p14:cNvPr>
              <p14:cNvContentPartPr/>
              <p14:nvPr/>
            </p14:nvContentPartPr>
            <p14:xfrm>
              <a:off x="1445907" y="3330558"/>
              <a:ext cx="820080" cy="29520"/>
            </p14:xfrm>
          </p:contentPart>
        </mc:Choice>
        <mc:Fallback xmlns="">
          <p:pic>
            <p:nvPicPr>
              <p:cNvPr id="3" name="Ink 2">
                <a:extLst>
                  <a:ext uri="{FF2B5EF4-FFF2-40B4-BE49-F238E27FC236}">
                    <a16:creationId xmlns:a16="http://schemas.microsoft.com/office/drawing/2014/main" id="{83690E17-0956-2E1C-BA6C-A3982D74F937}"/>
                  </a:ext>
                </a:extLst>
              </p:cNvPr>
              <p:cNvPicPr/>
              <p:nvPr/>
            </p:nvPicPr>
            <p:blipFill>
              <a:blip r:embed="rId14"/>
              <a:stretch>
                <a:fillRect/>
              </a:stretch>
            </p:blipFill>
            <p:spPr>
              <a:xfrm>
                <a:off x="1401267" y="3285918"/>
                <a:ext cx="909720" cy="119160"/>
              </a:xfrm>
              <a:prstGeom prst="rect">
                <a:avLst/>
              </a:prstGeom>
            </p:spPr>
          </p:pic>
        </mc:Fallback>
      </mc:AlternateContent>
    </p:spTree>
    <p:extLst>
      <p:ext uri="{BB962C8B-B14F-4D97-AF65-F5344CB8AC3E}">
        <p14:creationId xmlns:p14="http://schemas.microsoft.com/office/powerpoint/2010/main" val="4141964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455B-D992-6FD1-943D-38F25E0E6CF9}"/>
              </a:ext>
            </a:extLst>
          </p:cNvPr>
          <p:cNvSpPr>
            <a:spLocks noGrp="1"/>
          </p:cNvSpPr>
          <p:nvPr>
            <p:ph type="title"/>
          </p:nvPr>
        </p:nvSpPr>
        <p:spPr>
          <a:xfrm>
            <a:off x="76200" y="327885"/>
            <a:ext cx="10515600" cy="886159"/>
          </a:xfrm>
        </p:spPr>
        <p:txBody>
          <a:bodyPr/>
          <a:lstStyle/>
          <a:p>
            <a:r>
              <a:rPr lang="en-US" dirty="0"/>
              <a:t>Text only Input</a:t>
            </a:r>
          </a:p>
        </p:txBody>
      </p:sp>
      <p:sp>
        <p:nvSpPr>
          <p:cNvPr id="3" name="Content Placeholder 2">
            <a:extLst>
              <a:ext uri="{FF2B5EF4-FFF2-40B4-BE49-F238E27FC236}">
                <a16:creationId xmlns:a16="http://schemas.microsoft.com/office/drawing/2014/main" id="{3E66D383-BB67-628A-0159-D3E1667536E3}"/>
              </a:ext>
            </a:extLst>
          </p:cNvPr>
          <p:cNvSpPr>
            <a:spLocks noGrp="1"/>
          </p:cNvSpPr>
          <p:nvPr>
            <p:ph idx="1"/>
          </p:nvPr>
        </p:nvSpPr>
        <p:spPr>
          <a:xfrm>
            <a:off x="76200" y="1626101"/>
            <a:ext cx="6073588" cy="4095631"/>
          </a:xfrm>
        </p:spPr>
        <p:txBody>
          <a:bodyPr/>
          <a:lstStyle/>
          <a:p>
            <a:pPr fontAlgn="base"/>
            <a:r>
              <a:rPr lang="en-US" dirty="0"/>
              <a:t>Once a text message is received:​</a:t>
            </a:r>
          </a:p>
          <a:p>
            <a:pPr fontAlgn="base"/>
            <a:r>
              <a:rPr lang="en-US" dirty="0"/>
              <a:t>Message content is extracted​</a:t>
            </a:r>
          </a:p>
          <a:p>
            <a:pPr fontAlgn="base"/>
            <a:r>
              <a:rPr lang="en-US" dirty="0"/>
              <a:t>Sent to OpenAI GPT-4.0 Mini via HTTP Request node​</a:t>
            </a:r>
          </a:p>
          <a:p>
            <a:pPr fontAlgn="base"/>
            <a:r>
              <a:rPr lang="en-US" dirty="0"/>
              <a:t>AI generates a smart, relevant response​</a:t>
            </a:r>
          </a:p>
          <a:p>
            <a:pPr fontAlgn="base"/>
            <a:r>
              <a:rPr lang="en-US" dirty="0"/>
              <a:t>Message is sent back via WhatsApp​</a:t>
            </a:r>
            <a:br>
              <a:rPr lang="en-US" dirty="0"/>
            </a:br>
            <a:r>
              <a:rPr lang="en-US" dirty="0"/>
              <a:t>Quick, simple, and intelligent.​</a:t>
            </a:r>
          </a:p>
          <a:p>
            <a:endParaRPr lang="en-US" dirty="0"/>
          </a:p>
        </p:txBody>
      </p:sp>
      <p:sp>
        <p:nvSpPr>
          <p:cNvPr id="4" name="Slide Number Placeholder 3">
            <a:extLst>
              <a:ext uri="{FF2B5EF4-FFF2-40B4-BE49-F238E27FC236}">
                <a16:creationId xmlns:a16="http://schemas.microsoft.com/office/drawing/2014/main" id="{13BB83C8-DDE3-3BB5-3373-70C9C9BFC9E7}"/>
              </a:ext>
            </a:extLst>
          </p:cNvPr>
          <p:cNvSpPr>
            <a:spLocks noGrp="1"/>
          </p:cNvSpPr>
          <p:nvPr>
            <p:ph type="sldNum" sz="quarter" idx="11"/>
          </p:nvPr>
        </p:nvSpPr>
        <p:spPr/>
        <p:txBody>
          <a:bodyPr/>
          <a:lstStyle/>
          <a:p>
            <a:fld id="{793608D5-1586-F84E-AC54-632C635393D2}" type="slidenum">
              <a:rPr lang="en-US" smtClean="0"/>
              <a:pPr/>
              <a:t>46</a:t>
            </a:fld>
            <a:endParaRPr lang="en-US"/>
          </a:p>
        </p:txBody>
      </p:sp>
      <p:pic>
        <p:nvPicPr>
          <p:cNvPr id="1026" name="Picture 2" descr="A screenshot of a computer&#10;&#10;AI-generated content may be incorrect.">
            <a:extLst>
              <a:ext uri="{FF2B5EF4-FFF2-40B4-BE49-F238E27FC236}">
                <a16:creationId xmlns:a16="http://schemas.microsoft.com/office/drawing/2014/main" id="{4F0580E2-231F-99B5-E1F1-D8314188F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894" y="770965"/>
            <a:ext cx="4613741" cy="5046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7548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CA00-F9D5-1E52-6C62-42905BD680DA}"/>
              </a:ext>
            </a:extLst>
          </p:cNvPr>
          <p:cNvSpPr>
            <a:spLocks noGrp="1"/>
          </p:cNvSpPr>
          <p:nvPr>
            <p:ph type="title"/>
          </p:nvPr>
        </p:nvSpPr>
        <p:spPr/>
        <p:txBody>
          <a:bodyPr/>
          <a:lstStyle/>
          <a:p>
            <a:r>
              <a:rPr lang="en-US" b="1" dirty="0"/>
              <a:t>Output </a:t>
            </a:r>
            <a:r>
              <a:rPr lang="en-US" b="1" dirty="0" err="1"/>
              <a:t>oftext</a:t>
            </a:r>
            <a:r>
              <a:rPr lang="en-US" b="1" dirty="0"/>
              <a:t> only</a:t>
            </a:r>
            <a:r>
              <a:rPr lang="en-US" dirty="0"/>
              <a:t>​</a:t>
            </a:r>
          </a:p>
        </p:txBody>
      </p:sp>
      <p:sp>
        <p:nvSpPr>
          <p:cNvPr id="3" name="Content Placeholder 2">
            <a:extLst>
              <a:ext uri="{FF2B5EF4-FFF2-40B4-BE49-F238E27FC236}">
                <a16:creationId xmlns:a16="http://schemas.microsoft.com/office/drawing/2014/main" id="{9C80D417-F0C4-AD52-3E61-55D11A6D7B72}"/>
              </a:ext>
            </a:extLst>
          </p:cNvPr>
          <p:cNvSpPr>
            <a:spLocks noGrp="1"/>
          </p:cNvSpPr>
          <p:nvPr>
            <p:ph idx="1"/>
          </p:nvPr>
        </p:nvSpPr>
        <p:spPr>
          <a:xfrm>
            <a:off x="246530" y="1251284"/>
            <a:ext cx="10515600" cy="4095631"/>
          </a:xfrm>
        </p:spPr>
        <p:txBody>
          <a:bodyPr/>
          <a:lstStyle/>
          <a:p>
            <a:r>
              <a:rPr lang="en-US" dirty="0"/>
              <a:t>The text sent by the user is extracted and send to GPT for analysis.</a:t>
            </a:r>
          </a:p>
          <a:p>
            <a:endParaRPr lang="en-US" dirty="0"/>
          </a:p>
        </p:txBody>
      </p:sp>
      <p:sp>
        <p:nvSpPr>
          <p:cNvPr id="4" name="Slide Number Placeholder 3">
            <a:extLst>
              <a:ext uri="{FF2B5EF4-FFF2-40B4-BE49-F238E27FC236}">
                <a16:creationId xmlns:a16="http://schemas.microsoft.com/office/drawing/2014/main" id="{57FC0EDD-8C7F-1907-1BA3-47EEE5336622}"/>
              </a:ext>
            </a:extLst>
          </p:cNvPr>
          <p:cNvSpPr>
            <a:spLocks noGrp="1"/>
          </p:cNvSpPr>
          <p:nvPr>
            <p:ph type="sldNum" sz="quarter" idx="11"/>
          </p:nvPr>
        </p:nvSpPr>
        <p:spPr/>
        <p:txBody>
          <a:bodyPr/>
          <a:lstStyle/>
          <a:p>
            <a:fld id="{793608D5-1586-F84E-AC54-632C635393D2}" type="slidenum">
              <a:rPr lang="en-US" smtClean="0"/>
              <a:pPr/>
              <a:t>47</a:t>
            </a:fld>
            <a:endParaRPr lang="en-US"/>
          </a:p>
        </p:txBody>
      </p:sp>
      <p:pic>
        <p:nvPicPr>
          <p:cNvPr id="2050" name="Picture 2" descr="A screenshot of a computer&#10;&#10;AI-generated content may be incorrect.">
            <a:extLst>
              <a:ext uri="{FF2B5EF4-FFF2-40B4-BE49-F238E27FC236}">
                <a16:creationId xmlns:a16="http://schemas.microsoft.com/office/drawing/2014/main" id="{1280E0BF-5E30-F0E7-8A1D-C36857E31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067" y="2070315"/>
            <a:ext cx="7038975"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8685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7B72C-9F89-E854-31E1-FB495FCAA30F}"/>
              </a:ext>
            </a:extLst>
          </p:cNvPr>
          <p:cNvSpPr>
            <a:spLocks noGrp="1"/>
          </p:cNvSpPr>
          <p:nvPr>
            <p:ph type="title"/>
          </p:nvPr>
        </p:nvSpPr>
        <p:spPr/>
        <p:txBody>
          <a:bodyPr/>
          <a:lstStyle/>
          <a:p>
            <a:r>
              <a:rPr lang="en-US" b="1" dirty="0"/>
              <a:t>AI Agent</a:t>
            </a:r>
            <a:r>
              <a:rPr lang="en-US" dirty="0"/>
              <a:t>​</a:t>
            </a:r>
          </a:p>
        </p:txBody>
      </p:sp>
      <p:sp>
        <p:nvSpPr>
          <p:cNvPr id="3" name="Content Placeholder 2">
            <a:extLst>
              <a:ext uri="{FF2B5EF4-FFF2-40B4-BE49-F238E27FC236}">
                <a16:creationId xmlns:a16="http://schemas.microsoft.com/office/drawing/2014/main" id="{9171E90F-2386-69D4-85C1-0C03B71BB689}"/>
              </a:ext>
            </a:extLst>
          </p:cNvPr>
          <p:cNvSpPr>
            <a:spLocks noGrp="1"/>
          </p:cNvSpPr>
          <p:nvPr>
            <p:ph idx="1"/>
          </p:nvPr>
        </p:nvSpPr>
        <p:spPr>
          <a:xfrm>
            <a:off x="0" y="1251284"/>
            <a:ext cx="6808694" cy="5606716"/>
          </a:xfrm>
        </p:spPr>
        <p:txBody>
          <a:bodyPr>
            <a:normAutofit/>
          </a:bodyPr>
          <a:lstStyle/>
          <a:p>
            <a:pPr fontAlgn="base"/>
            <a:r>
              <a:rPr lang="en-US" dirty="0"/>
              <a:t>In this node:​</a:t>
            </a:r>
          </a:p>
          <a:p>
            <a:pPr fontAlgn="base"/>
            <a:r>
              <a:rPr lang="en-US" dirty="0"/>
              <a:t>GPT-4.0 Mini is prompted with the user message​</a:t>
            </a:r>
          </a:p>
          <a:p>
            <a:pPr fontAlgn="base"/>
            <a:r>
              <a:rPr lang="en-US" dirty="0"/>
              <a:t>Optional system prompt used to control tone/personality​</a:t>
            </a:r>
          </a:p>
          <a:p>
            <a:pPr fontAlgn="base"/>
            <a:r>
              <a:rPr lang="en-US" dirty="0"/>
              <a:t>Temperature and max tokens configured for consistency​</a:t>
            </a:r>
          </a:p>
          <a:p>
            <a:pPr fontAlgn="base"/>
            <a:r>
              <a:rPr lang="en-US" dirty="0"/>
              <a:t>Returned message is passed to the WhatsApp API node​</a:t>
            </a:r>
          </a:p>
          <a:p>
            <a:pPr fontAlgn="base"/>
            <a:r>
              <a:rPr lang="en-US" dirty="0"/>
              <a:t>​</a:t>
            </a:r>
          </a:p>
          <a:p>
            <a:endParaRPr lang="en-US" dirty="0"/>
          </a:p>
        </p:txBody>
      </p:sp>
      <p:sp>
        <p:nvSpPr>
          <p:cNvPr id="4" name="Slide Number Placeholder 3">
            <a:extLst>
              <a:ext uri="{FF2B5EF4-FFF2-40B4-BE49-F238E27FC236}">
                <a16:creationId xmlns:a16="http://schemas.microsoft.com/office/drawing/2014/main" id="{6189EE4A-DE1D-A1C3-4F21-B341E9660E57}"/>
              </a:ext>
            </a:extLst>
          </p:cNvPr>
          <p:cNvSpPr>
            <a:spLocks noGrp="1"/>
          </p:cNvSpPr>
          <p:nvPr>
            <p:ph type="sldNum" sz="quarter" idx="11"/>
          </p:nvPr>
        </p:nvSpPr>
        <p:spPr/>
        <p:txBody>
          <a:bodyPr/>
          <a:lstStyle/>
          <a:p>
            <a:fld id="{793608D5-1586-F84E-AC54-632C635393D2}" type="slidenum">
              <a:rPr lang="en-US" smtClean="0"/>
              <a:pPr/>
              <a:t>48</a:t>
            </a:fld>
            <a:endParaRPr lang="en-US"/>
          </a:p>
        </p:txBody>
      </p:sp>
      <p:pic>
        <p:nvPicPr>
          <p:cNvPr id="3074" name="Picture 2" descr="A screenshot of a computer&#10;&#10;AI-generated content may be incorrect.">
            <a:extLst>
              <a:ext uri="{FF2B5EF4-FFF2-40B4-BE49-F238E27FC236}">
                <a16:creationId xmlns:a16="http://schemas.microsoft.com/office/drawing/2014/main" id="{71BFCFD1-C087-B6FF-777E-26FAA1E8F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271" y="1540042"/>
            <a:ext cx="4948517" cy="3847746"/>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F6B5E73A-DB73-36D9-6CB3-39F8105F13FF}"/>
              </a:ext>
            </a:extLst>
          </p:cNvPr>
          <p:cNvGrpSpPr/>
          <p:nvPr/>
        </p:nvGrpSpPr>
        <p:grpSpPr>
          <a:xfrm>
            <a:off x="5841812" y="3869951"/>
            <a:ext cx="3078000" cy="1389240"/>
            <a:chOff x="5841812" y="3869951"/>
            <a:chExt cx="3078000" cy="138924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1222785-22DA-AC0D-B5F9-37F334306042}"/>
                    </a:ext>
                  </a:extLst>
                </p14:cNvPr>
                <p14:cNvContentPartPr/>
                <p14:nvPr/>
              </p14:nvContentPartPr>
              <p14:xfrm>
                <a:off x="7422932" y="3869951"/>
                <a:ext cx="1496880" cy="1177920"/>
              </p14:xfrm>
            </p:contentPart>
          </mc:Choice>
          <mc:Fallback xmlns="">
            <p:pic>
              <p:nvPicPr>
                <p:cNvPr id="5" name="Ink 4">
                  <a:extLst>
                    <a:ext uri="{FF2B5EF4-FFF2-40B4-BE49-F238E27FC236}">
                      <a16:creationId xmlns:a16="http://schemas.microsoft.com/office/drawing/2014/main" id="{01222785-22DA-AC0D-B5F9-37F334306042}"/>
                    </a:ext>
                  </a:extLst>
                </p:cNvPr>
                <p:cNvPicPr/>
                <p:nvPr/>
              </p:nvPicPr>
              <p:blipFill>
                <a:blip r:embed="rId4"/>
                <a:stretch>
                  <a:fillRect/>
                </a:stretch>
              </p:blipFill>
              <p:spPr>
                <a:xfrm>
                  <a:off x="7416812" y="3863831"/>
                  <a:ext cx="1509120" cy="1190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D449415F-3E71-6CE2-851D-55D2DAB60CEC}"/>
                    </a:ext>
                  </a:extLst>
                </p14:cNvPr>
                <p14:cNvContentPartPr/>
                <p14:nvPr/>
              </p14:nvContentPartPr>
              <p14:xfrm>
                <a:off x="5841812" y="4732871"/>
                <a:ext cx="1742400" cy="466200"/>
              </p14:xfrm>
            </p:contentPart>
          </mc:Choice>
          <mc:Fallback xmlns="">
            <p:pic>
              <p:nvPicPr>
                <p:cNvPr id="6" name="Ink 5">
                  <a:extLst>
                    <a:ext uri="{FF2B5EF4-FFF2-40B4-BE49-F238E27FC236}">
                      <a16:creationId xmlns:a16="http://schemas.microsoft.com/office/drawing/2014/main" id="{D449415F-3E71-6CE2-851D-55D2DAB60CEC}"/>
                    </a:ext>
                  </a:extLst>
                </p:cNvPr>
                <p:cNvPicPr/>
                <p:nvPr/>
              </p:nvPicPr>
              <p:blipFill>
                <a:blip r:embed="rId6"/>
                <a:stretch>
                  <a:fillRect/>
                </a:stretch>
              </p:blipFill>
              <p:spPr>
                <a:xfrm>
                  <a:off x="5835692" y="4726751"/>
                  <a:ext cx="175464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569351AD-B53D-1D29-17AD-A38A1E6A9F97}"/>
                    </a:ext>
                  </a:extLst>
                </p14:cNvPr>
                <p14:cNvContentPartPr/>
                <p14:nvPr/>
              </p14:nvContentPartPr>
              <p14:xfrm>
                <a:off x="5853332" y="5136431"/>
                <a:ext cx="124920" cy="122760"/>
              </p14:xfrm>
            </p:contentPart>
          </mc:Choice>
          <mc:Fallback xmlns="">
            <p:pic>
              <p:nvPicPr>
                <p:cNvPr id="7" name="Ink 6">
                  <a:extLst>
                    <a:ext uri="{FF2B5EF4-FFF2-40B4-BE49-F238E27FC236}">
                      <a16:creationId xmlns:a16="http://schemas.microsoft.com/office/drawing/2014/main" id="{569351AD-B53D-1D29-17AD-A38A1E6A9F97}"/>
                    </a:ext>
                  </a:extLst>
                </p:cNvPr>
                <p:cNvPicPr/>
                <p:nvPr/>
              </p:nvPicPr>
              <p:blipFill>
                <a:blip r:embed="rId8"/>
                <a:stretch>
                  <a:fillRect/>
                </a:stretch>
              </p:blipFill>
              <p:spPr>
                <a:xfrm>
                  <a:off x="5847212" y="5130311"/>
                  <a:ext cx="137160" cy="135000"/>
                </a:xfrm>
                <a:prstGeom prst="rect">
                  <a:avLst/>
                </a:prstGeom>
              </p:spPr>
            </p:pic>
          </mc:Fallback>
        </mc:AlternateContent>
      </p:grpSp>
      <p:grpSp>
        <p:nvGrpSpPr>
          <p:cNvPr id="12" name="Group 11">
            <a:extLst>
              <a:ext uri="{FF2B5EF4-FFF2-40B4-BE49-F238E27FC236}">
                <a16:creationId xmlns:a16="http://schemas.microsoft.com/office/drawing/2014/main" id="{6831999F-65E1-229F-CE96-2E40E530E57E}"/>
              </a:ext>
            </a:extLst>
          </p:cNvPr>
          <p:cNvGrpSpPr/>
          <p:nvPr/>
        </p:nvGrpSpPr>
        <p:grpSpPr>
          <a:xfrm>
            <a:off x="9180812" y="967271"/>
            <a:ext cx="1847880" cy="3937680"/>
            <a:chOff x="9180812" y="967271"/>
            <a:chExt cx="1847880" cy="3937680"/>
          </a:xfrm>
        </p:grpSpPr>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BC51404-220A-5EED-32DA-7CED619C4AC1}"/>
                    </a:ext>
                  </a:extLst>
                </p14:cNvPr>
                <p14:cNvContentPartPr/>
                <p14:nvPr/>
              </p14:nvContentPartPr>
              <p14:xfrm>
                <a:off x="9180812" y="3896591"/>
                <a:ext cx="1398600" cy="1008360"/>
              </p14:xfrm>
            </p:contentPart>
          </mc:Choice>
          <mc:Fallback xmlns="">
            <p:pic>
              <p:nvPicPr>
                <p:cNvPr id="9" name="Ink 8">
                  <a:extLst>
                    <a:ext uri="{FF2B5EF4-FFF2-40B4-BE49-F238E27FC236}">
                      <a16:creationId xmlns:a16="http://schemas.microsoft.com/office/drawing/2014/main" id="{6BC51404-220A-5EED-32DA-7CED619C4AC1}"/>
                    </a:ext>
                  </a:extLst>
                </p:cNvPr>
                <p:cNvPicPr/>
                <p:nvPr/>
              </p:nvPicPr>
              <p:blipFill>
                <a:blip r:embed="rId10"/>
                <a:stretch>
                  <a:fillRect/>
                </a:stretch>
              </p:blipFill>
              <p:spPr>
                <a:xfrm>
                  <a:off x="9174692" y="3890471"/>
                  <a:ext cx="1410840" cy="1020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E5606170-236A-1408-DFB1-88842E5DF199}"/>
                    </a:ext>
                  </a:extLst>
                </p14:cNvPr>
                <p14:cNvContentPartPr/>
                <p14:nvPr/>
              </p14:nvContentPartPr>
              <p14:xfrm>
                <a:off x="9938252" y="1021271"/>
                <a:ext cx="1090440" cy="3057840"/>
              </p14:xfrm>
            </p:contentPart>
          </mc:Choice>
          <mc:Fallback xmlns="">
            <p:pic>
              <p:nvPicPr>
                <p:cNvPr id="10" name="Ink 9">
                  <a:extLst>
                    <a:ext uri="{FF2B5EF4-FFF2-40B4-BE49-F238E27FC236}">
                      <a16:creationId xmlns:a16="http://schemas.microsoft.com/office/drawing/2014/main" id="{E5606170-236A-1408-DFB1-88842E5DF199}"/>
                    </a:ext>
                  </a:extLst>
                </p:cNvPr>
                <p:cNvPicPr/>
                <p:nvPr/>
              </p:nvPicPr>
              <p:blipFill>
                <a:blip r:embed="rId12"/>
                <a:stretch>
                  <a:fillRect/>
                </a:stretch>
              </p:blipFill>
              <p:spPr>
                <a:xfrm>
                  <a:off x="9932132" y="1015151"/>
                  <a:ext cx="1102680" cy="3070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9BE36FC7-7C57-1D0B-8782-CABFB059CF93}"/>
                    </a:ext>
                  </a:extLst>
                </p14:cNvPr>
                <p14:cNvContentPartPr/>
                <p14:nvPr/>
              </p14:nvContentPartPr>
              <p14:xfrm>
                <a:off x="9932492" y="967271"/>
                <a:ext cx="206280" cy="213120"/>
              </p14:xfrm>
            </p:contentPart>
          </mc:Choice>
          <mc:Fallback xmlns="">
            <p:pic>
              <p:nvPicPr>
                <p:cNvPr id="11" name="Ink 10">
                  <a:extLst>
                    <a:ext uri="{FF2B5EF4-FFF2-40B4-BE49-F238E27FC236}">
                      <a16:creationId xmlns:a16="http://schemas.microsoft.com/office/drawing/2014/main" id="{9BE36FC7-7C57-1D0B-8782-CABFB059CF93}"/>
                    </a:ext>
                  </a:extLst>
                </p:cNvPr>
                <p:cNvPicPr/>
                <p:nvPr/>
              </p:nvPicPr>
              <p:blipFill>
                <a:blip r:embed="rId14"/>
                <a:stretch>
                  <a:fillRect/>
                </a:stretch>
              </p:blipFill>
              <p:spPr>
                <a:xfrm>
                  <a:off x="9926372" y="961151"/>
                  <a:ext cx="218520" cy="225360"/>
                </a:xfrm>
                <a:prstGeom prst="rect">
                  <a:avLst/>
                </a:prstGeom>
              </p:spPr>
            </p:pic>
          </mc:Fallback>
        </mc:AlternateContent>
      </p:grpSp>
      <p:sp>
        <p:nvSpPr>
          <p:cNvPr id="13" name="TextBox 12">
            <a:extLst>
              <a:ext uri="{FF2B5EF4-FFF2-40B4-BE49-F238E27FC236}">
                <a16:creationId xmlns:a16="http://schemas.microsoft.com/office/drawing/2014/main" id="{A79BDCF9-EAB7-0887-D441-492C906D16BF}"/>
              </a:ext>
            </a:extLst>
          </p:cNvPr>
          <p:cNvSpPr txBox="1"/>
          <p:nvPr/>
        </p:nvSpPr>
        <p:spPr>
          <a:xfrm>
            <a:off x="5181600" y="5259191"/>
            <a:ext cx="2184113" cy="646331"/>
          </a:xfrm>
          <a:prstGeom prst="rect">
            <a:avLst/>
          </a:prstGeom>
          <a:noFill/>
        </p:spPr>
        <p:txBody>
          <a:bodyPr wrap="square" rtlCol="0">
            <a:spAutoFit/>
          </a:bodyPr>
          <a:lstStyle/>
          <a:p>
            <a:r>
              <a:rPr lang="en-US" dirty="0"/>
              <a:t>Ai agent consist of GPT- 4.0 mini.</a:t>
            </a:r>
          </a:p>
        </p:txBody>
      </p:sp>
      <p:sp>
        <p:nvSpPr>
          <p:cNvPr id="15" name="TextBox 14">
            <a:extLst>
              <a:ext uri="{FF2B5EF4-FFF2-40B4-BE49-F238E27FC236}">
                <a16:creationId xmlns:a16="http://schemas.microsoft.com/office/drawing/2014/main" id="{143C0829-6351-32D0-174C-0992C7B8019E}"/>
              </a:ext>
            </a:extLst>
          </p:cNvPr>
          <p:cNvSpPr txBox="1"/>
          <p:nvPr/>
        </p:nvSpPr>
        <p:spPr>
          <a:xfrm>
            <a:off x="7646895" y="531682"/>
            <a:ext cx="2285598" cy="1200329"/>
          </a:xfrm>
          <a:prstGeom prst="rect">
            <a:avLst/>
          </a:prstGeom>
          <a:noFill/>
        </p:spPr>
        <p:txBody>
          <a:bodyPr wrap="square" rtlCol="0">
            <a:spAutoFit/>
          </a:bodyPr>
          <a:lstStyle/>
          <a:p>
            <a:r>
              <a:rPr lang="en-US" dirty="0"/>
              <a:t>AI Agent also has a simple memory that stores all the past conversations.</a:t>
            </a:r>
          </a:p>
        </p:txBody>
      </p:sp>
    </p:spTree>
    <p:extLst>
      <p:ext uri="{BB962C8B-B14F-4D97-AF65-F5344CB8AC3E}">
        <p14:creationId xmlns:p14="http://schemas.microsoft.com/office/powerpoint/2010/main" val="25436809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7DCE-2202-EEA1-C3B0-C3288FBCE790}"/>
              </a:ext>
            </a:extLst>
          </p:cNvPr>
          <p:cNvSpPr>
            <a:spLocks noGrp="1"/>
          </p:cNvSpPr>
          <p:nvPr>
            <p:ph type="title"/>
          </p:nvPr>
        </p:nvSpPr>
        <p:spPr>
          <a:xfrm>
            <a:off x="13447" y="109719"/>
            <a:ext cx="10515600" cy="886159"/>
          </a:xfrm>
        </p:spPr>
        <p:txBody>
          <a:bodyPr/>
          <a:lstStyle/>
          <a:p>
            <a:r>
              <a:rPr lang="en-US" b="1" dirty="0"/>
              <a:t>Contents of AI-Agent</a:t>
            </a:r>
            <a:r>
              <a:rPr lang="en-US" dirty="0"/>
              <a:t>​</a:t>
            </a:r>
          </a:p>
        </p:txBody>
      </p:sp>
      <p:sp>
        <p:nvSpPr>
          <p:cNvPr id="3" name="Content Placeholder 2">
            <a:extLst>
              <a:ext uri="{FF2B5EF4-FFF2-40B4-BE49-F238E27FC236}">
                <a16:creationId xmlns:a16="http://schemas.microsoft.com/office/drawing/2014/main" id="{D711CB3A-DBC3-20BC-F6D3-1EE73AC33B33}"/>
              </a:ext>
            </a:extLst>
          </p:cNvPr>
          <p:cNvSpPr>
            <a:spLocks noGrp="1"/>
          </p:cNvSpPr>
          <p:nvPr>
            <p:ph idx="1"/>
          </p:nvPr>
        </p:nvSpPr>
        <p:spPr>
          <a:xfrm>
            <a:off x="13447" y="1125779"/>
            <a:ext cx="5562600" cy="4095631"/>
          </a:xfrm>
        </p:spPr>
        <p:txBody>
          <a:bodyPr/>
          <a:lstStyle/>
          <a:p>
            <a:r>
              <a:rPr lang="en-US" dirty="0"/>
              <a:t>AI Agent is instructed to be a helpful Agent.</a:t>
            </a:r>
          </a:p>
          <a:p>
            <a:r>
              <a:rPr lang="en-US" dirty="0"/>
              <a:t>System prompt: </a:t>
            </a:r>
          </a:p>
          <a:p>
            <a:pPr marL="514350" indent="-514350">
              <a:buAutoNum type="arabicPeriod"/>
            </a:pPr>
            <a:r>
              <a:rPr lang="en-US" dirty="0"/>
              <a:t>“ you are a helpful assistant called Helper AI”</a:t>
            </a:r>
          </a:p>
          <a:p>
            <a:pPr marL="514350" indent="-514350">
              <a:buAutoNum type="arabicPeriod"/>
            </a:pPr>
            <a:r>
              <a:rPr lang="en-US" dirty="0"/>
              <a:t>“respond in a friendly tone and act like an assistant”</a:t>
            </a:r>
          </a:p>
          <a:p>
            <a:pPr marL="0" indent="0">
              <a:buNone/>
            </a:pPr>
            <a:endParaRPr lang="en-US" dirty="0"/>
          </a:p>
        </p:txBody>
      </p:sp>
      <p:sp>
        <p:nvSpPr>
          <p:cNvPr id="4" name="Slide Number Placeholder 3">
            <a:extLst>
              <a:ext uri="{FF2B5EF4-FFF2-40B4-BE49-F238E27FC236}">
                <a16:creationId xmlns:a16="http://schemas.microsoft.com/office/drawing/2014/main" id="{4DE4B8AD-01F7-75C6-575E-E19B09D52DE4}"/>
              </a:ext>
            </a:extLst>
          </p:cNvPr>
          <p:cNvSpPr>
            <a:spLocks noGrp="1"/>
          </p:cNvSpPr>
          <p:nvPr>
            <p:ph type="sldNum" sz="quarter" idx="11"/>
          </p:nvPr>
        </p:nvSpPr>
        <p:spPr/>
        <p:txBody>
          <a:bodyPr/>
          <a:lstStyle/>
          <a:p>
            <a:fld id="{793608D5-1586-F84E-AC54-632C635393D2}" type="slidenum">
              <a:rPr lang="en-US" smtClean="0"/>
              <a:pPr/>
              <a:t>49</a:t>
            </a:fld>
            <a:endParaRPr lang="en-US"/>
          </a:p>
        </p:txBody>
      </p:sp>
      <p:pic>
        <p:nvPicPr>
          <p:cNvPr id="4098" name="Picture 2" descr="A screenshot of a phone&#10;&#10;AI-generated content may be incorrect.">
            <a:extLst>
              <a:ext uri="{FF2B5EF4-FFF2-40B4-BE49-F238E27FC236}">
                <a16:creationId xmlns:a16="http://schemas.microsoft.com/office/drawing/2014/main" id="{9BFB6DC5-0339-2161-4817-99A66610A1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5954" y="622576"/>
            <a:ext cx="3590925" cy="38290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 screenshot of a computer&#10;&#10;AI-generated content may be incorrect.">
            <a:extLst>
              <a:ext uri="{FF2B5EF4-FFF2-40B4-BE49-F238E27FC236}">
                <a16:creationId xmlns:a16="http://schemas.microsoft.com/office/drawing/2014/main" id="{26307B2D-7708-4F8C-0109-F24DC4FFDE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1698"/>
          <a:stretch>
            <a:fillRect/>
          </a:stretch>
        </p:blipFill>
        <p:spPr bwMode="auto">
          <a:xfrm>
            <a:off x="591951" y="5127930"/>
            <a:ext cx="5608902" cy="102185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C800D58-991E-8995-449D-F855E8158626}"/>
                  </a:ext>
                </a:extLst>
              </p14:cNvPr>
              <p14:cNvContentPartPr/>
              <p14:nvPr/>
            </p14:nvContentPartPr>
            <p14:xfrm>
              <a:off x="3612332" y="4191071"/>
              <a:ext cx="216360" cy="999720"/>
            </p14:xfrm>
          </p:contentPart>
        </mc:Choice>
        <mc:Fallback xmlns="">
          <p:pic>
            <p:nvPicPr>
              <p:cNvPr id="5" name="Ink 4">
                <a:extLst>
                  <a:ext uri="{FF2B5EF4-FFF2-40B4-BE49-F238E27FC236}">
                    <a16:creationId xmlns:a16="http://schemas.microsoft.com/office/drawing/2014/main" id="{FC800D58-991E-8995-449D-F855E8158626}"/>
                  </a:ext>
                </a:extLst>
              </p:cNvPr>
              <p:cNvPicPr/>
              <p:nvPr/>
            </p:nvPicPr>
            <p:blipFill>
              <a:blip r:embed="rId5"/>
              <a:stretch>
                <a:fillRect/>
              </a:stretch>
            </p:blipFill>
            <p:spPr>
              <a:xfrm>
                <a:off x="3606212" y="4184951"/>
                <a:ext cx="228600" cy="1011960"/>
              </a:xfrm>
              <a:prstGeom prst="rect">
                <a:avLst/>
              </a:prstGeom>
            </p:spPr>
          </p:pic>
        </mc:Fallback>
      </mc:AlternateContent>
    </p:spTree>
    <p:extLst>
      <p:ext uri="{BB962C8B-B14F-4D97-AF65-F5344CB8AC3E}">
        <p14:creationId xmlns:p14="http://schemas.microsoft.com/office/powerpoint/2010/main" val="18082551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2F4FD-5DCE-B67E-8AC8-E0755AE9A8DB}"/>
              </a:ext>
            </a:extLst>
          </p:cNvPr>
          <p:cNvSpPr>
            <a:spLocks noGrp="1"/>
          </p:cNvSpPr>
          <p:nvPr>
            <p:ph type="title"/>
          </p:nvPr>
        </p:nvSpPr>
        <p:spPr>
          <a:xfrm>
            <a:off x="0" y="239619"/>
            <a:ext cx="10515600" cy="886159"/>
          </a:xfrm>
        </p:spPr>
        <p:txBody>
          <a:bodyPr/>
          <a:lstStyle/>
          <a:p>
            <a:r>
              <a:rPr lang="en-US" b="1" cap="all" dirty="0"/>
              <a:t>Output of GPT 4.0 mini</a:t>
            </a:r>
            <a:r>
              <a:rPr lang="en-US" dirty="0"/>
              <a:t>​</a:t>
            </a:r>
          </a:p>
        </p:txBody>
      </p:sp>
      <p:sp>
        <p:nvSpPr>
          <p:cNvPr id="3" name="Content Placeholder 2">
            <a:extLst>
              <a:ext uri="{FF2B5EF4-FFF2-40B4-BE49-F238E27FC236}">
                <a16:creationId xmlns:a16="http://schemas.microsoft.com/office/drawing/2014/main" id="{38686F1B-8CD4-F2A4-0F03-4A63775D1E8C}"/>
              </a:ext>
            </a:extLst>
          </p:cNvPr>
          <p:cNvSpPr>
            <a:spLocks noGrp="1"/>
          </p:cNvSpPr>
          <p:nvPr>
            <p:ph idx="1"/>
          </p:nvPr>
        </p:nvSpPr>
        <p:spPr>
          <a:xfrm>
            <a:off x="0" y="1252004"/>
            <a:ext cx="5158828" cy="5104346"/>
          </a:xfrm>
        </p:spPr>
        <p:txBody>
          <a:bodyPr>
            <a:normAutofit/>
          </a:bodyPr>
          <a:lstStyle/>
          <a:p>
            <a:r>
              <a:rPr lang="en-US" sz="2400" dirty="0"/>
              <a:t>Sample input: “Tell me something about diabetes.”​</a:t>
            </a:r>
            <a:br>
              <a:rPr lang="en-US" sz="2400" dirty="0"/>
            </a:br>
            <a:r>
              <a:rPr lang="en-US" sz="2400" dirty="0"/>
              <a:t>Sample output: “Diabetes is a chronic condition that affects how your body processes blood sugar. It can be managed through medication, diet, and exercise.”​</a:t>
            </a:r>
            <a:br>
              <a:rPr lang="en-US" sz="2400" dirty="0"/>
            </a:br>
            <a:r>
              <a:rPr lang="en-US" sz="2400" dirty="0"/>
              <a:t>Output is concise, context-aware, and informative.​</a:t>
            </a:r>
          </a:p>
          <a:p>
            <a:r>
              <a:rPr lang="en-US" sz="2400" dirty="0">
                <a:solidFill>
                  <a:srgbClr val="FF0000"/>
                </a:solidFill>
              </a:rPr>
              <a:t>Input 1: sender </a:t>
            </a:r>
            <a:r>
              <a:rPr lang="en-US" sz="2400" dirty="0">
                <a:solidFill>
                  <a:srgbClr val="FF0000"/>
                </a:solidFill>
                <a:sym typeface="Wingdings" panose="05000000000000000000" pitchFamily="2" charset="2"/>
              </a:rPr>
              <a:t> “hello”</a:t>
            </a:r>
          </a:p>
          <a:p>
            <a:r>
              <a:rPr lang="en-US" sz="2400" dirty="0">
                <a:solidFill>
                  <a:srgbClr val="92D050"/>
                </a:solidFill>
                <a:sym typeface="Wingdings" panose="05000000000000000000" pitchFamily="2" charset="2"/>
              </a:rPr>
              <a:t>Response: “ Hello Mayank! How can I assist you today?”</a:t>
            </a:r>
            <a:endParaRPr lang="en-US" sz="2400" dirty="0">
              <a:solidFill>
                <a:srgbClr val="92D050"/>
              </a:solidFill>
            </a:endParaRPr>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D2B37DC0-1138-0751-7B40-B76DF0F01720}"/>
              </a:ext>
            </a:extLst>
          </p:cNvPr>
          <p:cNvSpPr>
            <a:spLocks noGrp="1"/>
          </p:cNvSpPr>
          <p:nvPr>
            <p:ph type="sldNum" sz="quarter" idx="11"/>
          </p:nvPr>
        </p:nvSpPr>
        <p:spPr/>
        <p:txBody>
          <a:bodyPr/>
          <a:lstStyle/>
          <a:p>
            <a:fld id="{793608D5-1586-F84E-AC54-632C635393D2}" type="slidenum">
              <a:rPr lang="en-US" smtClean="0"/>
              <a:pPr/>
              <a:t>50</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6B900B8-AE05-8E2A-71B5-3D96DC60AE97}"/>
                  </a:ext>
                </a:extLst>
              </p14:cNvPr>
              <p14:cNvContentPartPr/>
              <p14:nvPr/>
            </p14:nvContentPartPr>
            <p14:xfrm>
              <a:off x="4706372" y="779711"/>
              <a:ext cx="360" cy="360"/>
            </p14:xfrm>
          </p:contentPart>
        </mc:Choice>
        <mc:Fallback xmlns="">
          <p:pic>
            <p:nvPicPr>
              <p:cNvPr id="5" name="Ink 4">
                <a:extLst>
                  <a:ext uri="{FF2B5EF4-FFF2-40B4-BE49-F238E27FC236}">
                    <a16:creationId xmlns:a16="http://schemas.microsoft.com/office/drawing/2014/main" id="{16B900B8-AE05-8E2A-71B5-3D96DC60AE97}"/>
                  </a:ext>
                </a:extLst>
              </p:cNvPr>
              <p:cNvPicPr/>
              <p:nvPr/>
            </p:nvPicPr>
            <p:blipFill>
              <a:blip r:embed="rId3"/>
              <a:stretch>
                <a:fillRect/>
              </a:stretch>
            </p:blipFill>
            <p:spPr>
              <a:xfrm>
                <a:off x="4700252" y="773591"/>
                <a:ext cx="12600" cy="12600"/>
              </a:xfrm>
              <a:prstGeom prst="rect">
                <a:avLst/>
              </a:prstGeom>
            </p:spPr>
          </p:pic>
        </mc:Fallback>
      </mc:AlternateContent>
      <p:pic>
        <p:nvPicPr>
          <p:cNvPr id="5122" name="Picture 2" descr="A screenshot of a computer program&#10;&#10;AI-generated content may be incorrect.">
            <a:extLst>
              <a:ext uri="{FF2B5EF4-FFF2-40B4-BE49-F238E27FC236}">
                <a16:creationId xmlns:a16="http://schemas.microsoft.com/office/drawing/2014/main" id="{22D10AAD-F10E-8C80-07C6-C13C017BC6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9963" y="0"/>
            <a:ext cx="614203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1E208FE5-28BB-5C07-407D-C6DC4F65DB95}"/>
              </a:ext>
            </a:extLst>
          </p:cNvPr>
          <p:cNvGrpSpPr/>
          <p:nvPr/>
        </p:nvGrpSpPr>
        <p:grpSpPr>
          <a:xfrm>
            <a:off x="6478652" y="1585391"/>
            <a:ext cx="4022280" cy="889560"/>
            <a:chOff x="6478652" y="1585391"/>
            <a:chExt cx="4022280" cy="88956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05F078C-56B4-DB56-2897-5B29DE38EA20}"/>
                    </a:ext>
                  </a:extLst>
                </p14:cNvPr>
                <p14:cNvContentPartPr/>
                <p14:nvPr/>
              </p14:nvContentPartPr>
              <p14:xfrm>
                <a:off x="6478652" y="1585391"/>
                <a:ext cx="3337920" cy="487440"/>
              </p14:xfrm>
            </p:contentPart>
          </mc:Choice>
          <mc:Fallback xmlns="">
            <p:pic>
              <p:nvPicPr>
                <p:cNvPr id="6" name="Ink 5">
                  <a:extLst>
                    <a:ext uri="{FF2B5EF4-FFF2-40B4-BE49-F238E27FC236}">
                      <a16:creationId xmlns:a16="http://schemas.microsoft.com/office/drawing/2014/main" id="{505F078C-56B4-DB56-2897-5B29DE38EA20}"/>
                    </a:ext>
                  </a:extLst>
                </p:cNvPr>
                <p:cNvPicPr/>
                <p:nvPr/>
              </p:nvPicPr>
              <p:blipFill>
                <a:blip r:embed="rId6"/>
                <a:stretch>
                  <a:fillRect/>
                </a:stretch>
              </p:blipFill>
              <p:spPr>
                <a:xfrm>
                  <a:off x="6472532" y="1579271"/>
                  <a:ext cx="335016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867E3D55-8819-4B39-4D83-C907214E40C7}"/>
                    </a:ext>
                  </a:extLst>
                </p14:cNvPr>
                <p14:cNvContentPartPr/>
                <p14:nvPr/>
              </p14:nvContentPartPr>
              <p14:xfrm>
                <a:off x="9663572" y="1954031"/>
                <a:ext cx="837360" cy="520920"/>
              </p14:xfrm>
            </p:contentPart>
          </mc:Choice>
          <mc:Fallback xmlns="">
            <p:pic>
              <p:nvPicPr>
                <p:cNvPr id="7" name="Ink 6">
                  <a:extLst>
                    <a:ext uri="{FF2B5EF4-FFF2-40B4-BE49-F238E27FC236}">
                      <a16:creationId xmlns:a16="http://schemas.microsoft.com/office/drawing/2014/main" id="{867E3D55-8819-4B39-4D83-C907214E40C7}"/>
                    </a:ext>
                  </a:extLst>
                </p:cNvPr>
                <p:cNvPicPr/>
                <p:nvPr/>
              </p:nvPicPr>
              <p:blipFill>
                <a:blip r:embed="rId8"/>
                <a:stretch>
                  <a:fillRect/>
                </a:stretch>
              </p:blipFill>
              <p:spPr>
                <a:xfrm>
                  <a:off x="9657452" y="1947911"/>
                  <a:ext cx="84960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E6BA7D2C-8DC6-6FF2-2CB6-2CA2E697E91C}"/>
                    </a:ext>
                  </a:extLst>
                </p14:cNvPr>
                <p14:cNvContentPartPr/>
                <p14:nvPr/>
              </p14:nvContentPartPr>
              <p14:xfrm>
                <a:off x="10400132" y="2375591"/>
                <a:ext cx="93600" cy="99360"/>
              </p14:xfrm>
            </p:contentPart>
          </mc:Choice>
          <mc:Fallback xmlns="">
            <p:pic>
              <p:nvPicPr>
                <p:cNvPr id="9" name="Ink 8">
                  <a:extLst>
                    <a:ext uri="{FF2B5EF4-FFF2-40B4-BE49-F238E27FC236}">
                      <a16:creationId xmlns:a16="http://schemas.microsoft.com/office/drawing/2014/main" id="{E6BA7D2C-8DC6-6FF2-2CB6-2CA2E697E91C}"/>
                    </a:ext>
                  </a:extLst>
                </p:cNvPr>
                <p:cNvPicPr/>
                <p:nvPr/>
              </p:nvPicPr>
              <p:blipFill>
                <a:blip r:embed="rId10"/>
                <a:stretch>
                  <a:fillRect/>
                </a:stretch>
              </p:blipFill>
              <p:spPr>
                <a:xfrm>
                  <a:off x="10394012" y="2369471"/>
                  <a:ext cx="105840" cy="111600"/>
                </a:xfrm>
                <a:prstGeom prst="rect">
                  <a:avLst/>
                </a:prstGeom>
              </p:spPr>
            </p:pic>
          </mc:Fallback>
        </mc:AlternateContent>
      </p:grpSp>
      <p:grpSp>
        <p:nvGrpSpPr>
          <p:cNvPr id="14" name="Group 13">
            <a:extLst>
              <a:ext uri="{FF2B5EF4-FFF2-40B4-BE49-F238E27FC236}">
                <a16:creationId xmlns:a16="http://schemas.microsoft.com/office/drawing/2014/main" id="{7BCB352F-2AD4-BD4C-4DB6-BF2F512DAF4A}"/>
              </a:ext>
            </a:extLst>
          </p:cNvPr>
          <p:cNvGrpSpPr/>
          <p:nvPr/>
        </p:nvGrpSpPr>
        <p:grpSpPr>
          <a:xfrm>
            <a:off x="6137732" y="3762311"/>
            <a:ext cx="3051000" cy="978840"/>
            <a:chOff x="6137732" y="3762311"/>
            <a:chExt cx="3051000" cy="978840"/>
          </a:xfrm>
        </p:grpSpPr>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FF3363FE-3E8E-E909-50D5-1EC3A67424F2}"/>
                    </a:ext>
                  </a:extLst>
                </p14:cNvPr>
                <p14:cNvContentPartPr/>
                <p14:nvPr/>
              </p14:nvContentPartPr>
              <p14:xfrm>
                <a:off x="6137732" y="3762311"/>
                <a:ext cx="1861560" cy="873360"/>
              </p14:xfrm>
            </p:contentPart>
          </mc:Choice>
          <mc:Fallback xmlns="">
            <p:pic>
              <p:nvPicPr>
                <p:cNvPr id="11" name="Ink 10">
                  <a:extLst>
                    <a:ext uri="{FF2B5EF4-FFF2-40B4-BE49-F238E27FC236}">
                      <a16:creationId xmlns:a16="http://schemas.microsoft.com/office/drawing/2014/main" id="{FF3363FE-3E8E-E909-50D5-1EC3A67424F2}"/>
                    </a:ext>
                  </a:extLst>
                </p:cNvPr>
                <p:cNvPicPr/>
                <p:nvPr/>
              </p:nvPicPr>
              <p:blipFill>
                <a:blip r:embed="rId12"/>
                <a:stretch>
                  <a:fillRect/>
                </a:stretch>
              </p:blipFill>
              <p:spPr>
                <a:xfrm>
                  <a:off x="6131612" y="3756191"/>
                  <a:ext cx="1873800" cy="885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1DC56AE8-FC97-76C6-48B8-3EB513CCFA8C}"/>
                    </a:ext>
                  </a:extLst>
                </p14:cNvPr>
                <p14:cNvContentPartPr/>
                <p14:nvPr/>
              </p14:nvContentPartPr>
              <p14:xfrm>
                <a:off x="7879772" y="4446311"/>
                <a:ext cx="1299600" cy="201240"/>
              </p14:xfrm>
            </p:contentPart>
          </mc:Choice>
          <mc:Fallback xmlns="">
            <p:pic>
              <p:nvPicPr>
                <p:cNvPr id="12" name="Ink 11">
                  <a:extLst>
                    <a:ext uri="{FF2B5EF4-FFF2-40B4-BE49-F238E27FC236}">
                      <a16:creationId xmlns:a16="http://schemas.microsoft.com/office/drawing/2014/main" id="{1DC56AE8-FC97-76C6-48B8-3EB513CCFA8C}"/>
                    </a:ext>
                  </a:extLst>
                </p:cNvPr>
                <p:cNvPicPr/>
                <p:nvPr/>
              </p:nvPicPr>
              <p:blipFill>
                <a:blip r:embed="rId14"/>
                <a:stretch>
                  <a:fillRect/>
                </a:stretch>
              </p:blipFill>
              <p:spPr>
                <a:xfrm>
                  <a:off x="7873652" y="4440191"/>
                  <a:ext cx="13118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970A0377-2217-F720-2054-0E1A51E38F69}"/>
                    </a:ext>
                  </a:extLst>
                </p14:cNvPr>
                <p14:cNvContentPartPr/>
                <p14:nvPr/>
              </p14:nvContentPartPr>
              <p14:xfrm>
                <a:off x="9073172" y="4539551"/>
                <a:ext cx="115560" cy="201600"/>
              </p14:xfrm>
            </p:contentPart>
          </mc:Choice>
          <mc:Fallback xmlns="">
            <p:pic>
              <p:nvPicPr>
                <p:cNvPr id="13" name="Ink 12">
                  <a:extLst>
                    <a:ext uri="{FF2B5EF4-FFF2-40B4-BE49-F238E27FC236}">
                      <a16:creationId xmlns:a16="http://schemas.microsoft.com/office/drawing/2014/main" id="{970A0377-2217-F720-2054-0E1A51E38F69}"/>
                    </a:ext>
                  </a:extLst>
                </p:cNvPr>
                <p:cNvPicPr/>
                <p:nvPr/>
              </p:nvPicPr>
              <p:blipFill>
                <a:blip r:embed="rId16"/>
                <a:stretch>
                  <a:fillRect/>
                </a:stretch>
              </p:blipFill>
              <p:spPr>
                <a:xfrm>
                  <a:off x="9067052" y="4533431"/>
                  <a:ext cx="127800" cy="213840"/>
                </a:xfrm>
                <a:prstGeom prst="rect">
                  <a:avLst/>
                </a:prstGeom>
              </p:spPr>
            </p:pic>
          </mc:Fallback>
        </mc:AlternateContent>
      </p:grpSp>
      <p:sp>
        <p:nvSpPr>
          <p:cNvPr id="15" name="TextBox 14">
            <a:extLst>
              <a:ext uri="{FF2B5EF4-FFF2-40B4-BE49-F238E27FC236}">
                <a16:creationId xmlns:a16="http://schemas.microsoft.com/office/drawing/2014/main" id="{095F41DE-31AA-1A3A-F9AF-5A6B1EFBD2E0}"/>
              </a:ext>
            </a:extLst>
          </p:cNvPr>
          <p:cNvSpPr txBox="1"/>
          <p:nvPr/>
        </p:nvSpPr>
        <p:spPr>
          <a:xfrm>
            <a:off x="10515600" y="2375591"/>
            <a:ext cx="1676400" cy="646331"/>
          </a:xfrm>
          <a:prstGeom prst="rect">
            <a:avLst/>
          </a:prstGeom>
          <a:noFill/>
        </p:spPr>
        <p:txBody>
          <a:bodyPr wrap="square" rtlCol="0">
            <a:spAutoFit/>
          </a:bodyPr>
          <a:lstStyle/>
          <a:p>
            <a:r>
              <a:rPr lang="en-US" dirty="0"/>
              <a:t>Response from Chat- </a:t>
            </a:r>
            <a:r>
              <a:rPr lang="en-US" dirty="0" err="1"/>
              <a:t>Gpt</a:t>
            </a:r>
            <a:endParaRPr lang="en-US" dirty="0"/>
          </a:p>
        </p:txBody>
      </p:sp>
      <p:sp>
        <p:nvSpPr>
          <p:cNvPr id="16" name="TextBox 15">
            <a:extLst>
              <a:ext uri="{FF2B5EF4-FFF2-40B4-BE49-F238E27FC236}">
                <a16:creationId xmlns:a16="http://schemas.microsoft.com/office/drawing/2014/main" id="{F099013C-5BD9-9517-329E-13FDB9F74250}"/>
              </a:ext>
            </a:extLst>
          </p:cNvPr>
          <p:cNvSpPr txBox="1"/>
          <p:nvPr/>
        </p:nvSpPr>
        <p:spPr>
          <a:xfrm>
            <a:off x="9291320" y="4446311"/>
            <a:ext cx="2900680" cy="369332"/>
          </a:xfrm>
          <a:prstGeom prst="rect">
            <a:avLst/>
          </a:prstGeom>
          <a:noFill/>
        </p:spPr>
        <p:txBody>
          <a:bodyPr wrap="square" rtlCol="0">
            <a:spAutoFit/>
          </a:bodyPr>
          <a:lstStyle/>
          <a:p>
            <a:r>
              <a:rPr lang="en-US" dirty="0"/>
              <a:t>Token usage information.</a:t>
            </a:r>
          </a:p>
        </p:txBody>
      </p:sp>
    </p:spTree>
    <p:extLst>
      <p:ext uri="{BB962C8B-B14F-4D97-AF65-F5344CB8AC3E}">
        <p14:creationId xmlns:p14="http://schemas.microsoft.com/office/powerpoint/2010/main" val="274597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6A10-DC3D-2AF1-6EBF-2DF88C4B700B}"/>
              </a:ext>
            </a:extLst>
          </p:cNvPr>
          <p:cNvSpPr>
            <a:spLocks noGrp="1"/>
          </p:cNvSpPr>
          <p:nvPr>
            <p:ph type="title"/>
          </p:nvPr>
        </p:nvSpPr>
        <p:spPr>
          <a:xfrm>
            <a:off x="0" y="0"/>
            <a:ext cx="10515600" cy="886159"/>
          </a:xfrm>
        </p:spPr>
        <p:txBody>
          <a:bodyPr>
            <a:normAutofit fontScale="90000"/>
          </a:bodyPr>
          <a:lstStyle/>
          <a:p>
            <a:r>
              <a:rPr lang="en-US" b="1" cap="all" dirty="0" err="1"/>
              <a:t>Whatsapp</a:t>
            </a:r>
            <a:r>
              <a:rPr lang="en-US" b="1" cap="all" dirty="0"/>
              <a:t> messenger</a:t>
            </a:r>
            <a:br>
              <a:rPr lang="en-US" b="1" cap="all" dirty="0"/>
            </a:br>
            <a:r>
              <a:rPr lang="en-US" b="1" cap="all" dirty="0"/>
              <a:t> Sender</a:t>
            </a:r>
            <a:endParaRPr lang="en-US" dirty="0"/>
          </a:p>
        </p:txBody>
      </p:sp>
      <p:sp>
        <p:nvSpPr>
          <p:cNvPr id="3" name="Content Placeholder 2">
            <a:extLst>
              <a:ext uri="{FF2B5EF4-FFF2-40B4-BE49-F238E27FC236}">
                <a16:creationId xmlns:a16="http://schemas.microsoft.com/office/drawing/2014/main" id="{A60F4C27-F749-5A46-EA55-C7256F3CA3BA}"/>
              </a:ext>
            </a:extLst>
          </p:cNvPr>
          <p:cNvSpPr>
            <a:spLocks noGrp="1"/>
          </p:cNvSpPr>
          <p:nvPr>
            <p:ph idx="1"/>
          </p:nvPr>
        </p:nvSpPr>
        <p:spPr>
          <a:xfrm>
            <a:off x="0" y="1251284"/>
            <a:ext cx="6902824" cy="5470191"/>
          </a:xfrm>
        </p:spPr>
        <p:txBody>
          <a:bodyPr/>
          <a:lstStyle/>
          <a:p>
            <a:r>
              <a:rPr lang="en-US" sz="2400" dirty="0"/>
              <a:t>the WhatsApp Messenger Send node that lets you automate sending WhatsApp messages by connecting to a WhatsApp Business API account, not a personal WhatsApp account.</a:t>
            </a:r>
          </a:p>
          <a:p>
            <a:endParaRPr lang="en-US" dirty="0"/>
          </a:p>
        </p:txBody>
      </p:sp>
      <p:sp>
        <p:nvSpPr>
          <p:cNvPr id="4" name="Slide Number Placeholder 3">
            <a:extLst>
              <a:ext uri="{FF2B5EF4-FFF2-40B4-BE49-F238E27FC236}">
                <a16:creationId xmlns:a16="http://schemas.microsoft.com/office/drawing/2014/main" id="{5A745C0F-88CC-3C37-8CE5-3BD220DE97BA}"/>
              </a:ext>
            </a:extLst>
          </p:cNvPr>
          <p:cNvSpPr>
            <a:spLocks noGrp="1"/>
          </p:cNvSpPr>
          <p:nvPr>
            <p:ph type="sldNum" sz="quarter" idx="11"/>
          </p:nvPr>
        </p:nvSpPr>
        <p:spPr/>
        <p:txBody>
          <a:bodyPr/>
          <a:lstStyle/>
          <a:p>
            <a:fld id="{793608D5-1586-F84E-AC54-632C635393D2}" type="slidenum">
              <a:rPr lang="en-US" smtClean="0"/>
              <a:pPr/>
              <a:t>51</a:t>
            </a:fld>
            <a:endParaRPr lang="en-US"/>
          </a:p>
        </p:txBody>
      </p:sp>
      <p:pic>
        <p:nvPicPr>
          <p:cNvPr id="6" name="Picture 5">
            <a:extLst>
              <a:ext uri="{FF2B5EF4-FFF2-40B4-BE49-F238E27FC236}">
                <a16:creationId xmlns:a16="http://schemas.microsoft.com/office/drawing/2014/main" id="{25AB062E-EE49-26D2-55B2-3E67136AF5CF}"/>
              </a:ext>
            </a:extLst>
          </p:cNvPr>
          <p:cNvPicPr>
            <a:picLocks noChangeAspect="1"/>
          </p:cNvPicPr>
          <p:nvPr/>
        </p:nvPicPr>
        <p:blipFill>
          <a:blip r:embed="rId2"/>
          <a:stretch>
            <a:fillRect/>
          </a:stretch>
        </p:blipFill>
        <p:spPr>
          <a:xfrm>
            <a:off x="21821" y="2671657"/>
            <a:ext cx="4572638" cy="1514686"/>
          </a:xfrm>
          <a:prstGeom prst="rect">
            <a:avLst/>
          </a:prstGeom>
        </p:spPr>
      </p:pic>
      <p:pic>
        <p:nvPicPr>
          <p:cNvPr id="6146" name="Picture 2" descr="A screenshot of a chat&#10;&#10;AI-generated content may be incorrect.">
            <a:extLst>
              <a:ext uri="{FF2B5EF4-FFF2-40B4-BE49-F238E27FC236}">
                <a16:creationId xmlns:a16="http://schemas.microsoft.com/office/drawing/2014/main" id="{9A389B95-6BB2-7E35-554F-E5285C097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944" y="0"/>
            <a:ext cx="4258235"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56DBCC5-3794-0864-C9DD-BF221029BA99}"/>
                  </a:ext>
                </a:extLst>
              </p14:cNvPr>
              <p14:cNvContentPartPr/>
              <p14:nvPr/>
            </p14:nvContentPartPr>
            <p14:xfrm>
              <a:off x="7985972" y="3315762"/>
              <a:ext cx="4153680" cy="773280"/>
            </p14:xfrm>
          </p:contentPart>
        </mc:Choice>
        <mc:Fallback xmlns="">
          <p:pic>
            <p:nvPicPr>
              <p:cNvPr id="7" name="Ink 6">
                <a:extLst>
                  <a:ext uri="{FF2B5EF4-FFF2-40B4-BE49-F238E27FC236}">
                    <a16:creationId xmlns:a16="http://schemas.microsoft.com/office/drawing/2014/main" id="{356DBCC5-3794-0864-C9DD-BF221029BA99}"/>
                  </a:ext>
                </a:extLst>
              </p:cNvPr>
              <p:cNvPicPr/>
              <p:nvPr/>
            </p:nvPicPr>
            <p:blipFill>
              <a:blip r:embed="rId5"/>
              <a:stretch>
                <a:fillRect/>
              </a:stretch>
            </p:blipFill>
            <p:spPr>
              <a:xfrm>
                <a:off x="7979852" y="3309642"/>
                <a:ext cx="4165920" cy="785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7BA5DA20-943A-B309-3937-EE84B5CF6465}"/>
                  </a:ext>
                </a:extLst>
              </p14:cNvPr>
              <p14:cNvContentPartPr/>
              <p14:nvPr/>
            </p14:nvContentPartPr>
            <p14:xfrm>
              <a:off x="8060547" y="4803164"/>
              <a:ext cx="3884760" cy="721800"/>
            </p14:xfrm>
          </p:contentPart>
        </mc:Choice>
        <mc:Fallback xmlns="">
          <p:pic>
            <p:nvPicPr>
              <p:cNvPr id="5" name="Ink 4">
                <a:extLst>
                  <a:ext uri="{FF2B5EF4-FFF2-40B4-BE49-F238E27FC236}">
                    <a16:creationId xmlns:a16="http://schemas.microsoft.com/office/drawing/2014/main" id="{7BA5DA20-943A-B309-3937-EE84B5CF6465}"/>
                  </a:ext>
                </a:extLst>
              </p:cNvPr>
              <p:cNvPicPr/>
              <p:nvPr/>
            </p:nvPicPr>
            <p:blipFill>
              <a:blip r:embed="rId7"/>
              <a:stretch>
                <a:fillRect/>
              </a:stretch>
            </p:blipFill>
            <p:spPr>
              <a:xfrm>
                <a:off x="8054427" y="4797044"/>
                <a:ext cx="3897000" cy="734040"/>
              </a:xfrm>
              <a:prstGeom prst="rect">
                <a:avLst/>
              </a:prstGeom>
            </p:spPr>
          </p:pic>
        </mc:Fallback>
      </mc:AlternateContent>
      <p:grpSp>
        <p:nvGrpSpPr>
          <p:cNvPr id="11" name="Group 10">
            <a:extLst>
              <a:ext uri="{FF2B5EF4-FFF2-40B4-BE49-F238E27FC236}">
                <a16:creationId xmlns:a16="http://schemas.microsoft.com/office/drawing/2014/main" id="{44399B93-90D8-B16E-7A5E-986DC958D78F}"/>
              </a:ext>
            </a:extLst>
          </p:cNvPr>
          <p:cNvGrpSpPr/>
          <p:nvPr/>
        </p:nvGrpSpPr>
        <p:grpSpPr>
          <a:xfrm>
            <a:off x="5799747" y="3564044"/>
            <a:ext cx="2140920" cy="186840"/>
            <a:chOff x="5799747" y="3564044"/>
            <a:chExt cx="2140920" cy="18684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67249EF2-8A26-BB65-58F7-9E26946F4476}"/>
                    </a:ext>
                  </a:extLst>
                </p14:cNvPr>
                <p14:cNvContentPartPr/>
                <p14:nvPr/>
              </p14:nvContentPartPr>
              <p14:xfrm>
                <a:off x="5799747" y="3628484"/>
                <a:ext cx="2140920" cy="122400"/>
              </p14:xfrm>
            </p:contentPart>
          </mc:Choice>
          <mc:Fallback xmlns="">
            <p:pic>
              <p:nvPicPr>
                <p:cNvPr id="8" name="Ink 7">
                  <a:extLst>
                    <a:ext uri="{FF2B5EF4-FFF2-40B4-BE49-F238E27FC236}">
                      <a16:creationId xmlns:a16="http://schemas.microsoft.com/office/drawing/2014/main" id="{67249EF2-8A26-BB65-58F7-9E26946F4476}"/>
                    </a:ext>
                  </a:extLst>
                </p:cNvPr>
                <p:cNvPicPr/>
                <p:nvPr/>
              </p:nvPicPr>
              <p:blipFill>
                <a:blip r:embed="rId9"/>
                <a:stretch>
                  <a:fillRect/>
                </a:stretch>
              </p:blipFill>
              <p:spPr>
                <a:xfrm>
                  <a:off x="5793627" y="3622364"/>
                  <a:ext cx="215316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AF600344-489B-5227-92C6-FB64CC977ED2}"/>
                    </a:ext>
                  </a:extLst>
                </p14:cNvPr>
                <p14:cNvContentPartPr/>
                <p14:nvPr/>
              </p14:nvContentPartPr>
              <p14:xfrm>
                <a:off x="5828187" y="3564044"/>
                <a:ext cx="192600" cy="129600"/>
              </p14:xfrm>
            </p:contentPart>
          </mc:Choice>
          <mc:Fallback xmlns="">
            <p:pic>
              <p:nvPicPr>
                <p:cNvPr id="9" name="Ink 8">
                  <a:extLst>
                    <a:ext uri="{FF2B5EF4-FFF2-40B4-BE49-F238E27FC236}">
                      <a16:creationId xmlns:a16="http://schemas.microsoft.com/office/drawing/2014/main" id="{AF600344-489B-5227-92C6-FB64CC977ED2}"/>
                    </a:ext>
                  </a:extLst>
                </p:cNvPr>
                <p:cNvPicPr/>
                <p:nvPr/>
              </p:nvPicPr>
              <p:blipFill>
                <a:blip r:embed="rId11"/>
                <a:stretch>
                  <a:fillRect/>
                </a:stretch>
              </p:blipFill>
              <p:spPr>
                <a:xfrm>
                  <a:off x="5822067" y="3557924"/>
                  <a:ext cx="204840" cy="141840"/>
                </a:xfrm>
                <a:prstGeom prst="rect">
                  <a:avLst/>
                </a:prstGeom>
              </p:spPr>
            </p:pic>
          </mc:Fallback>
        </mc:AlternateContent>
      </p:grpSp>
      <p:grpSp>
        <p:nvGrpSpPr>
          <p:cNvPr id="13" name="Group 12">
            <a:extLst>
              <a:ext uri="{FF2B5EF4-FFF2-40B4-BE49-F238E27FC236}">
                <a16:creationId xmlns:a16="http://schemas.microsoft.com/office/drawing/2014/main" id="{7F4FF2A0-FCC5-92BE-0124-1FFD27F4133E}"/>
              </a:ext>
            </a:extLst>
          </p:cNvPr>
          <p:cNvGrpSpPr/>
          <p:nvPr/>
        </p:nvGrpSpPr>
        <p:grpSpPr>
          <a:xfrm>
            <a:off x="6289707" y="5112764"/>
            <a:ext cx="1743840" cy="127440"/>
            <a:chOff x="6289707" y="5112764"/>
            <a:chExt cx="1743840" cy="127440"/>
          </a:xfrm>
        </p:grpSpPr>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540C42F7-855A-20DC-02FB-CF9C5BAFF38B}"/>
                    </a:ext>
                  </a:extLst>
                </p14:cNvPr>
                <p14:cNvContentPartPr/>
                <p14:nvPr/>
              </p14:nvContentPartPr>
              <p14:xfrm>
                <a:off x="6299067" y="5158844"/>
                <a:ext cx="1734480" cy="29160"/>
              </p14:xfrm>
            </p:contentPart>
          </mc:Choice>
          <mc:Fallback xmlns="">
            <p:pic>
              <p:nvPicPr>
                <p:cNvPr id="10" name="Ink 9">
                  <a:extLst>
                    <a:ext uri="{FF2B5EF4-FFF2-40B4-BE49-F238E27FC236}">
                      <a16:creationId xmlns:a16="http://schemas.microsoft.com/office/drawing/2014/main" id="{540C42F7-855A-20DC-02FB-CF9C5BAFF38B}"/>
                    </a:ext>
                  </a:extLst>
                </p:cNvPr>
                <p:cNvPicPr/>
                <p:nvPr/>
              </p:nvPicPr>
              <p:blipFill>
                <a:blip r:embed="rId13"/>
                <a:stretch>
                  <a:fillRect/>
                </a:stretch>
              </p:blipFill>
              <p:spPr>
                <a:xfrm>
                  <a:off x="6292947" y="5152724"/>
                  <a:ext cx="17467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47BDDDDB-5A96-2CB0-9B91-D420C5E1C563}"/>
                    </a:ext>
                  </a:extLst>
                </p14:cNvPr>
                <p14:cNvContentPartPr/>
                <p14:nvPr/>
              </p14:nvContentPartPr>
              <p14:xfrm>
                <a:off x="6289707" y="5112764"/>
                <a:ext cx="141840" cy="127440"/>
              </p14:xfrm>
            </p:contentPart>
          </mc:Choice>
          <mc:Fallback xmlns="">
            <p:pic>
              <p:nvPicPr>
                <p:cNvPr id="12" name="Ink 11">
                  <a:extLst>
                    <a:ext uri="{FF2B5EF4-FFF2-40B4-BE49-F238E27FC236}">
                      <a16:creationId xmlns:a16="http://schemas.microsoft.com/office/drawing/2014/main" id="{47BDDDDB-5A96-2CB0-9B91-D420C5E1C563}"/>
                    </a:ext>
                  </a:extLst>
                </p:cNvPr>
                <p:cNvPicPr/>
                <p:nvPr/>
              </p:nvPicPr>
              <p:blipFill>
                <a:blip r:embed="rId15"/>
                <a:stretch>
                  <a:fillRect/>
                </a:stretch>
              </p:blipFill>
              <p:spPr>
                <a:xfrm>
                  <a:off x="6283587" y="5106644"/>
                  <a:ext cx="154080" cy="139680"/>
                </a:xfrm>
                <a:prstGeom prst="rect">
                  <a:avLst/>
                </a:prstGeom>
              </p:spPr>
            </p:pic>
          </mc:Fallback>
        </mc:AlternateContent>
      </p:grpSp>
      <p:sp>
        <p:nvSpPr>
          <p:cNvPr id="14" name="TextBox 13">
            <a:extLst>
              <a:ext uri="{FF2B5EF4-FFF2-40B4-BE49-F238E27FC236}">
                <a16:creationId xmlns:a16="http://schemas.microsoft.com/office/drawing/2014/main" id="{C43C8839-6625-A08F-11A8-4E1DD90AF7F7}"/>
              </a:ext>
            </a:extLst>
          </p:cNvPr>
          <p:cNvSpPr txBox="1"/>
          <p:nvPr/>
        </p:nvSpPr>
        <p:spPr>
          <a:xfrm>
            <a:off x="3694922" y="3564044"/>
            <a:ext cx="2736625" cy="923330"/>
          </a:xfrm>
          <a:prstGeom prst="rect">
            <a:avLst/>
          </a:prstGeom>
          <a:noFill/>
        </p:spPr>
        <p:txBody>
          <a:bodyPr wrap="square" rtlCol="0">
            <a:spAutoFit/>
          </a:bodyPr>
          <a:lstStyle/>
          <a:p>
            <a:r>
              <a:rPr lang="en-US" dirty="0"/>
              <a:t>This is the phone number we can grab from the initial text message.</a:t>
            </a:r>
          </a:p>
        </p:txBody>
      </p:sp>
      <p:sp>
        <p:nvSpPr>
          <p:cNvPr id="16" name="TextBox 15">
            <a:extLst>
              <a:ext uri="{FF2B5EF4-FFF2-40B4-BE49-F238E27FC236}">
                <a16:creationId xmlns:a16="http://schemas.microsoft.com/office/drawing/2014/main" id="{ED3EC7A9-5282-64E6-CA93-07CC723A8C07}"/>
              </a:ext>
            </a:extLst>
          </p:cNvPr>
          <p:cNvSpPr txBox="1"/>
          <p:nvPr/>
        </p:nvSpPr>
        <p:spPr>
          <a:xfrm>
            <a:off x="3694922" y="5240204"/>
            <a:ext cx="2736625" cy="1200329"/>
          </a:xfrm>
          <a:prstGeom prst="rect">
            <a:avLst/>
          </a:prstGeom>
          <a:noFill/>
        </p:spPr>
        <p:txBody>
          <a:bodyPr wrap="square" rtlCol="0">
            <a:spAutoFit/>
          </a:bodyPr>
          <a:lstStyle/>
          <a:p>
            <a:r>
              <a:rPr lang="en-US" dirty="0"/>
              <a:t>The text body is the output from GPT that needs to be sent out through WhatsApp.</a:t>
            </a:r>
          </a:p>
        </p:txBody>
      </p:sp>
    </p:spTree>
    <p:extLst>
      <p:ext uri="{BB962C8B-B14F-4D97-AF65-F5344CB8AC3E}">
        <p14:creationId xmlns:p14="http://schemas.microsoft.com/office/powerpoint/2010/main" val="1553998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43BB-6427-F0ED-1E8F-BF8F0824339A}"/>
              </a:ext>
            </a:extLst>
          </p:cNvPr>
          <p:cNvSpPr>
            <a:spLocks noGrp="1"/>
          </p:cNvSpPr>
          <p:nvPr>
            <p:ph type="title"/>
          </p:nvPr>
        </p:nvSpPr>
        <p:spPr>
          <a:xfrm>
            <a:off x="0" y="0"/>
            <a:ext cx="10515600" cy="886159"/>
          </a:xfrm>
        </p:spPr>
        <p:txBody>
          <a:bodyPr/>
          <a:lstStyle/>
          <a:p>
            <a:r>
              <a:rPr lang="en-US" b="1" dirty="0"/>
              <a:t>Final WhatsApp response -- </a:t>
            </a:r>
            <a:r>
              <a:rPr lang="en-US" b="1" dirty="0">
                <a:solidFill>
                  <a:srgbClr val="FF0000"/>
                </a:solidFill>
              </a:rPr>
              <a:t>text</a:t>
            </a:r>
            <a:r>
              <a:rPr lang="en-US" dirty="0">
                <a:solidFill>
                  <a:srgbClr val="FF0000"/>
                </a:solidFill>
              </a:rPr>
              <a:t>​</a:t>
            </a:r>
          </a:p>
        </p:txBody>
      </p:sp>
      <p:sp>
        <p:nvSpPr>
          <p:cNvPr id="3" name="Content Placeholder 2">
            <a:extLst>
              <a:ext uri="{FF2B5EF4-FFF2-40B4-BE49-F238E27FC236}">
                <a16:creationId xmlns:a16="http://schemas.microsoft.com/office/drawing/2014/main" id="{67055E4B-043F-CB28-F5C3-DB32AF02E53C}"/>
              </a:ext>
            </a:extLst>
          </p:cNvPr>
          <p:cNvSpPr>
            <a:spLocks noGrp="1"/>
          </p:cNvSpPr>
          <p:nvPr>
            <p:ph idx="1"/>
          </p:nvPr>
        </p:nvSpPr>
        <p:spPr>
          <a:xfrm>
            <a:off x="0" y="766092"/>
            <a:ext cx="11353800" cy="4095631"/>
          </a:xfrm>
        </p:spPr>
        <p:txBody>
          <a:bodyPr>
            <a:normAutofit/>
          </a:bodyPr>
          <a:lstStyle/>
          <a:p>
            <a:pPr fontAlgn="base"/>
            <a:r>
              <a:rPr lang="en-US" dirty="0"/>
              <a:t>Asked Helper AI with text "</a:t>
            </a:r>
            <a:r>
              <a:rPr lang="en-US" b="1" dirty="0"/>
              <a:t> can you tell me the gas price in Pennsylvania</a:t>
            </a:r>
            <a:r>
              <a:rPr lang="en-US" dirty="0"/>
              <a:t>"​</a:t>
            </a:r>
          </a:p>
          <a:p>
            <a:pPr fontAlgn="base"/>
            <a:r>
              <a:rPr lang="en-US" dirty="0"/>
              <a:t>Helper AI responded with " </a:t>
            </a:r>
            <a:r>
              <a:rPr lang="en-US" b="1" dirty="0"/>
              <a:t>Sure, Mayank! As of the most recent data in July 2025, the average cost of regular gasoline in Pennsylvania is approximately $3.45 per gallon. Keep in mind that prices can vary depending on the city and specific gas station. Would you like information on premium or diesel fuel prices as well?"</a:t>
            </a:r>
            <a:r>
              <a:rPr lang="en-US" dirty="0"/>
              <a:t>​</a:t>
            </a:r>
          </a:p>
          <a:p>
            <a:endParaRPr lang="en-US" dirty="0"/>
          </a:p>
        </p:txBody>
      </p:sp>
      <p:sp>
        <p:nvSpPr>
          <p:cNvPr id="4" name="Slide Number Placeholder 3">
            <a:extLst>
              <a:ext uri="{FF2B5EF4-FFF2-40B4-BE49-F238E27FC236}">
                <a16:creationId xmlns:a16="http://schemas.microsoft.com/office/drawing/2014/main" id="{D6EE20BC-E3A3-5047-1614-C8F45DB3540A}"/>
              </a:ext>
            </a:extLst>
          </p:cNvPr>
          <p:cNvSpPr>
            <a:spLocks noGrp="1"/>
          </p:cNvSpPr>
          <p:nvPr>
            <p:ph type="sldNum" sz="quarter" idx="11"/>
          </p:nvPr>
        </p:nvSpPr>
        <p:spPr/>
        <p:txBody>
          <a:bodyPr/>
          <a:lstStyle/>
          <a:p>
            <a:fld id="{793608D5-1586-F84E-AC54-632C635393D2}" type="slidenum">
              <a:rPr lang="en-US" smtClean="0"/>
              <a:pPr/>
              <a:t>52</a:t>
            </a:fld>
            <a:endParaRPr lang="en-US"/>
          </a:p>
        </p:txBody>
      </p:sp>
      <p:pic>
        <p:nvPicPr>
          <p:cNvPr id="1026" name="Picture 2" descr="A screenshot of a phone&#10;&#10;AI-generated content may be incorrect.">
            <a:extLst>
              <a:ext uri="{FF2B5EF4-FFF2-40B4-BE49-F238E27FC236}">
                <a16:creationId xmlns:a16="http://schemas.microsoft.com/office/drawing/2014/main" id="{5447A32F-3CC7-2F7F-3D83-AFEF51260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3657600"/>
            <a:ext cx="1217295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09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71A5A-B75A-ACE5-9038-B6045113C6AD}"/>
              </a:ext>
            </a:extLst>
          </p:cNvPr>
          <p:cNvSpPr>
            <a:spLocks noGrp="1"/>
          </p:cNvSpPr>
          <p:nvPr>
            <p:ph type="title"/>
          </p:nvPr>
        </p:nvSpPr>
        <p:spPr/>
        <p:txBody>
          <a:bodyPr/>
          <a:lstStyle/>
          <a:p>
            <a:r>
              <a:rPr lang="en-US" b="1" dirty="0"/>
              <a:t>Image input to our AI-Helper</a:t>
            </a:r>
            <a:endParaRPr lang="en-US" dirty="0"/>
          </a:p>
        </p:txBody>
      </p:sp>
      <p:sp>
        <p:nvSpPr>
          <p:cNvPr id="4" name="Slide Number Placeholder 3">
            <a:extLst>
              <a:ext uri="{FF2B5EF4-FFF2-40B4-BE49-F238E27FC236}">
                <a16:creationId xmlns:a16="http://schemas.microsoft.com/office/drawing/2014/main" id="{7D90BDEF-0E75-098A-F254-633004678807}"/>
              </a:ext>
            </a:extLst>
          </p:cNvPr>
          <p:cNvSpPr>
            <a:spLocks noGrp="1"/>
          </p:cNvSpPr>
          <p:nvPr>
            <p:ph type="sldNum" sz="quarter" idx="11"/>
          </p:nvPr>
        </p:nvSpPr>
        <p:spPr/>
        <p:txBody>
          <a:bodyPr/>
          <a:lstStyle/>
          <a:p>
            <a:fld id="{793608D5-1586-F84E-AC54-632C635393D2}" type="slidenum">
              <a:rPr lang="en-US" smtClean="0"/>
              <a:pPr/>
              <a:t>53</a:t>
            </a:fld>
            <a:endParaRPr lang="en-US"/>
          </a:p>
        </p:txBody>
      </p:sp>
      <p:graphicFrame>
        <p:nvGraphicFramePr>
          <p:cNvPr id="8" name="Content Placeholder 2">
            <a:extLst>
              <a:ext uri="{FF2B5EF4-FFF2-40B4-BE49-F238E27FC236}">
                <a16:creationId xmlns:a16="http://schemas.microsoft.com/office/drawing/2014/main" id="{6B540FB7-3B9E-3F4C-FC14-E47BDF56F117}"/>
              </a:ext>
            </a:extLst>
          </p:cNvPr>
          <p:cNvGraphicFramePr>
            <a:graphicFrameLocks noGrp="1"/>
          </p:cNvGraphicFramePr>
          <p:nvPr>
            <p:ph idx="1"/>
            <p:extLst>
              <p:ext uri="{D42A27DB-BD31-4B8C-83A1-F6EECF244321}">
                <p14:modId xmlns:p14="http://schemas.microsoft.com/office/powerpoint/2010/main" val="4151355647"/>
              </p:ext>
            </p:extLst>
          </p:nvPr>
        </p:nvGraphicFramePr>
        <p:xfrm>
          <a:off x="586274" y="1577521"/>
          <a:ext cx="10515600" cy="4095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24108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9AF11-8098-E9EF-7358-0A39F6037256}"/>
              </a:ext>
            </a:extLst>
          </p:cNvPr>
          <p:cNvSpPr>
            <a:spLocks noGrp="1"/>
          </p:cNvSpPr>
          <p:nvPr>
            <p:ph type="title"/>
          </p:nvPr>
        </p:nvSpPr>
        <p:spPr/>
        <p:txBody>
          <a:bodyPr/>
          <a:lstStyle/>
          <a:p>
            <a:r>
              <a:rPr lang="en-US" b="1" cap="all" dirty="0"/>
              <a:t>WhatsApp get image</a:t>
            </a:r>
            <a:r>
              <a:rPr lang="en-US" dirty="0"/>
              <a:t>​</a:t>
            </a:r>
          </a:p>
        </p:txBody>
      </p:sp>
      <p:sp>
        <p:nvSpPr>
          <p:cNvPr id="3" name="Content Placeholder 2">
            <a:extLst>
              <a:ext uri="{FF2B5EF4-FFF2-40B4-BE49-F238E27FC236}">
                <a16:creationId xmlns:a16="http://schemas.microsoft.com/office/drawing/2014/main" id="{F19DAC14-52A5-892E-214D-5C6202B25CF3}"/>
              </a:ext>
            </a:extLst>
          </p:cNvPr>
          <p:cNvSpPr>
            <a:spLocks noGrp="1"/>
          </p:cNvSpPr>
          <p:nvPr>
            <p:ph idx="1"/>
          </p:nvPr>
        </p:nvSpPr>
        <p:spPr>
          <a:xfrm>
            <a:off x="0" y="1251284"/>
            <a:ext cx="7186127" cy="4962904"/>
          </a:xfrm>
        </p:spPr>
        <p:txBody>
          <a:bodyPr/>
          <a:lstStyle/>
          <a:p>
            <a:r>
              <a:rPr lang="en-US" dirty="0"/>
              <a:t>WhatsApp Get image receives image id from the WhatsApp Webhook and retrieves media URL using WhatsApp Cloud API.</a:t>
            </a:r>
          </a:p>
          <a:p>
            <a:r>
              <a:rPr lang="en-US" dirty="0"/>
              <a:t>The image is temporarily stored in the form of JSON </a:t>
            </a:r>
            <a:r>
              <a:rPr lang="en-US" dirty="0">
                <a:solidFill>
                  <a:srgbClr val="FF0000"/>
                </a:solidFill>
              </a:rPr>
              <a:t>image.id</a:t>
            </a:r>
          </a:p>
          <a:p>
            <a:r>
              <a:rPr lang="en-US" dirty="0"/>
              <a:t>Only </a:t>
            </a:r>
            <a:r>
              <a:rPr lang="en-US" dirty="0">
                <a:solidFill>
                  <a:srgbClr val="FF0000"/>
                </a:solidFill>
              </a:rPr>
              <a:t>JPG</a:t>
            </a:r>
            <a:r>
              <a:rPr lang="en-US" dirty="0"/>
              <a:t> and </a:t>
            </a:r>
            <a:r>
              <a:rPr lang="en-US" dirty="0">
                <a:solidFill>
                  <a:srgbClr val="FF0000"/>
                </a:solidFill>
              </a:rPr>
              <a:t>PNG</a:t>
            </a:r>
            <a:r>
              <a:rPr lang="en-US" dirty="0"/>
              <a:t> types currently supported.</a:t>
            </a:r>
          </a:p>
        </p:txBody>
      </p:sp>
      <p:sp>
        <p:nvSpPr>
          <p:cNvPr id="4" name="Slide Number Placeholder 3">
            <a:extLst>
              <a:ext uri="{FF2B5EF4-FFF2-40B4-BE49-F238E27FC236}">
                <a16:creationId xmlns:a16="http://schemas.microsoft.com/office/drawing/2014/main" id="{25D27ECC-9E0D-CD0E-0784-3FA465C9F127}"/>
              </a:ext>
            </a:extLst>
          </p:cNvPr>
          <p:cNvSpPr>
            <a:spLocks noGrp="1"/>
          </p:cNvSpPr>
          <p:nvPr>
            <p:ph type="sldNum" sz="quarter" idx="11"/>
          </p:nvPr>
        </p:nvSpPr>
        <p:spPr/>
        <p:txBody>
          <a:bodyPr/>
          <a:lstStyle/>
          <a:p>
            <a:fld id="{793608D5-1586-F84E-AC54-632C635393D2}" type="slidenum">
              <a:rPr lang="en-US" smtClean="0"/>
              <a:pPr/>
              <a:t>54</a:t>
            </a:fld>
            <a:endParaRPr lang="en-US"/>
          </a:p>
        </p:txBody>
      </p:sp>
      <p:pic>
        <p:nvPicPr>
          <p:cNvPr id="2050" name="Picture 2" descr="A screenshot of a computer&#10;&#10;AI-generated content may be incorrect.">
            <a:extLst>
              <a:ext uri="{FF2B5EF4-FFF2-40B4-BE49-F238E27FC236}">
                <a16:creationId xmlns:a16="http://schemas.microsoft.com/office/drawing/2014/main" id="{8EDE1C22-5F7B-67C1-A54B-128CB6757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232" y="808204"/>
            <a:ext cx="3686175" cy="500062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3FA16AF0-E175-5C29-E135-4BADE001729A}"/>
              </a:ext>
            </a:extLst>
          </p:cNvPr>
          <p:cNvGrpSpPr/>
          <p:nvPr/>
        </p:nvGrpSpPr>
        <p:grpSpPr>
          <a:xfrm>
            <a:off x="6597507" y="3628998"/>
            <a:ext cx="4525200" cy="1258920"/>
            <a:chOff x="6597507" y="3628998"/>
            <a:chExt cx="4525200" cy="125892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7D5F8CF6-A8D4-F6FE-7E64-9BFC27DA7A76}"/>
                    </a:ext>
                  </a:extLst>
                </p14:cNvPr>
                <p14:cNvContentPartPr/>
                <p14:nvPr/>
              </p14:nvContentPartPr>
              <p14:xfrm>
                <a:off x="7312827" y="3628998"/>
                <a:ext cx="3809880" cy="926280"/>
              </p14:xfrm>
            </p:contentPart>
          </mc:Choice>
          <mc:Fallback xmlns="">
            <p:pic>
              <p:nvPicPr>
                <p:cNvPr id="5" name="Ink 4">
                  <a:extLst>
                    <a:ext uri="{FF2B5EF4-FFF2-40B4-BE49-F238E27FC236}">
                      <a16:creationId xmlns:a16="http://schemas.microsoft.com/office/drawing/2014/main" id="{7D5F8CF6-A8D4-F6FE-7E64-9BFC27DA7A76}"/>
                    </a:ext>
                  </a:extLst>
                </p:cNvPr>
                <p:cNvPicPr/>
                <p:nvPr/>
              </p:nvPicPr>
              <p:blipFill>
                <a:blip r:embed="rId4"/>
                <a:stretch>
                  <a:fillRect/>
                </a:stretch>
              </p:blipFill>
              <p:spPr>
                <a:xfrm>
                  <a:off x="7306707" y="3622878"/>
                  <a:ext cx="3822120" cy="938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6F41F49-38CA-27BD-0E99-803EB88B581C}"/>
                    </a:ext>
                  </a:extLst>
                </p14:cNvPr>
                <p14:cNvContentPartPr/>
                <p14:nvPr/>
              </p14:nvContentPartPr>
              <p14:xfrm>
                <a:off x="6597507" y="4347918"/>
                <a:ext cx="1333440" cy="426240"/>
              </p14:xfrm>
            </p:contentPart>
          </mc:Choice>
          <mc:Fallback xmlns="">
            <p:pic>
              <p:nvPicPr>
                <p:cNvPr id="6" name="Ink 5">
                  <a:extLst>
                    <a:ext uri="{FF2B5EF4-FFF2-40B4-BE49-F238E27FC236}">
                      <a16:creationId xmlns:a16="http://schemas.microsoft.com/office/drawing/2014/main" id="{56F41F49-38CA-27BD-0E99-803EB88B581C}"/>
                    </a:ext>
                  </a:extLst>
                </p:cNvPr>
                <p:cNvPicPr/>
                <p:nvPr/>
              </p:nvPicPr>
              <p:blipFill>
                <a:blip r:embed="rId6"/>
                <a:stretch>
                  <a:fillRect/>
                </a:stretch>
              </p:blipFill>
              <p:spPr>
                <a:xfrm>
                  <a:off x="6591387" y="4341798"/>
                  <a:ext cx="13456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622F56BF-62E3-D325-9896-F01DAE1A522D}"/>
                    </a:ext>
                  </a:extLst>
                </p14:cNvPr>
                <p14:cNvContentPartPr/>
                <p14:nvPr/>
              </p14:nvContentPartPr>
              <p14:xfrm>
                <a:off x="6623427" y="4627638"/>
                <a:ext cx="220320" cy="260280"/>
              </p14:xfrm>
            </p:contentPart>
          </mc:Choice>
          <mc:Fallback xmlns="">
            <p:pic>
              <p:nvPicPr>
                <p:cNvPr id="7" name="Ink 6">
                  <a:extLst>
                    <a:ext uri="{FF2B5EF4-FFF2-40B4-BE49-F238E27FC236}">
                      <a16:creationId xmlns:a16="http://schemas.microsoft.com/office/drawing/2014/main" id="{622F56BF-62E3-D325-9896-F01DAE1A522D}"/>
                    </a:ext>
                  </a:extLst>
                </p:cNvPr>
                <p:cNvPicPr/>
                <p:nvPr/>
              </p:nvPicPr>
              <p:blipFill>
                <a:blip r:embed="rId8"/>
                <a:stretch>
                  <a:fillRect/>
                </a:stretch>
              </p:blipFill>
              <p:spPr>
                <a:xfrm>
                  <a:off x="6617307" y="4621518"/>
                  <a:ext cx="232560" cy="272520"/>
                </a:xfrm>
                <a:prstGeom prst="rect">
                  <a:avLst/>
                </a:prstGeom>
              </p:spPr>
            </p:pic>
          </mc:Fallback>
        </mc:AlternateContent>
      </p:grpSp>
      <p:sp>
        <p:nvSpPr>
          <p:cNvPr id="9" name="TextBox 8">
            <a:extLst>
              <a:ext uri="{FF2B5EF4-FFF2-40B4-BE49-F238E27FC236}">
                <a16:creationId xmlns:a16="http://schemas.microsoft.com/office/drawing/2014/main" id="{2BCF65A2-9040-A15E-138A-1152E95B9F6D}"/>
              </a:ext>
            </a:extLst>
          </p:cNvPr>
          <p:cNvSpPr txBox="1"/>
          <p:nvPr/>
        </p:nvSpPr>
        <p:spPr>
          <a:xfrm>
            <a:off x="4478694" y="4757778"/>
            <a:ext cx="2118813" cy="646331"/>
          </a:xfrm>
          <a:prstGeom prst="rect">
            <a:avLst/>
          </a:prstGeom>
          <a:noFill/>
        </p:spPr>
        <p:txBody>
          <a:bodyPr wrap="square" rtlCol="0">
            <a:spAutoFit/>
          </a:bodyPr>
          <a:lstStyle/>
          <a:p>
            <a:r>
              <a:rPr lang="en-US" dirty="0"/>
              <a:t>Media is stored in Json image.id form</a:t>
            </a:r>
          </a:p>
        </p:txBody>
      </p:sp>
    </p:spTree>
    <p:extLst>
      <p:ext uri="{BB962C8B-B14F-4D97-AF65-F5344CB8AC3E}">
        <p14:creationId xmlns:p14="http://schemas.microsoft.com/office/powerpoint/2010/main" val="21085734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9E6F2-D1F8-FE6F-6663-4B0435169041}"/>
              </a:ext>
            </a:extLst>
          </p:cNvPr>
          <p:cNvSpPr>
            <a:spLocks noGrp="1"/>
          </p:cNvSpPr>
          <p:nvPr>
            <p:ph type="title"/>
          </p:nvPr>
        </p:nvSpPr>
        <p:spPr/>
        <p:txBody>
          <a:bodyPr/>
          <a:lstStyle/>
          <a:p>
            <a:r>
              <a:rPr lang="en-US" b="1" cap="all" dirty="0"/>
              <a:t>Image downloader</a:t>
            </a:r>
            <a:r>
              <a:rPr lang="en-US" dirty="0"/>
              <a:t>​</a:t>
            </a:r>
          </a:p>
        </p:txBody>
      </p:sp>
      <p:sp>
        <p:nvSpPr>
          <p:cNvPr id="3" name="Content Placeholder 2">
            <a:extLst>
              <a:ext uri="{FF2B5EF4-FFF2-40B4-BE49-F238E27FC236}">
                <a16:creationId xmlns:a16="http://schemas.microsoft.com/office/drawing/2014/main" id="{929CFFD0-9A9D-CBCE-60C1-C61C15330BEA}"/>
              </a:ext>
            </a:extLst>
          </p:cNvPr>
          <p:cNvSpPr>
            <a:spLocks noGrp="1"/>
          </p:cNvSpPr>
          <p:nvPr>
            <p:ph idx="1"/>
          </p:nvPr>
        </p:nvSpPr>
        <p:spPr>
          <a:xfrm>
            <a:off x="0" y="1251284"/>
            <a:ext cx="8221824" cy="4095631"/>
          </a:xfrm>
        </p:spPr>
        <p:txBody>
          <a:bodyPr>
            <a:normAutofit/>
          </a:bodyPr>
          <a:lstStyle/>
          <a:p>
            <a:r>
              <a:rPr lang="en-US" sz="2400" dirty="0"/>
              <a:t>the </a:t>
            </a:r>
            <a:r>
              <a:rPr lang="en-US" sz="2400" b="1" dirty="0"/>
              <a:t>Image Downloader</a:t>
            </a:r>
            <a:r>
              <a:rPr lang="en-US" sz="2400" dirty="0"/>
              <a:t> </a:t>
            </a:r>
            <a:r>
              <a:rPr lang="en-US" sz="2400" b="1" dirty="0"/>
              <a:t>download an image from a URL</a:t>
            </a:r>
            <a:r>
              <a:rPr lang="en-US" sz="2400" dirty="0"/>
              <a:t>, then process it, save it to a file system, upload to cloud storage (like S3), send over email, or pass it to another API.</a:t>
            </a:r>
          </a:p>
          <a:p>
            <a:r>
              <a:rPr lang="en-US" dirty="0"/>
              <a:t>Image media ID is converted to a downloadable link​</a:t>
            </a:r>
          </a:p>
          <a:p>
            <a:r>
              <a:rPr lang="en-US" dirty="0"/>
              <a:t>n8n uses HTTP GET with bearer token​</a:t>
            </a:r>
          </a:p>
          <a:p>
            <a:r>
              <a:rPr lang="en-US" dirty="0"/>
              <a:t>File is prepared for processing​</a:t>
            </a:r>
          </a:p>
          <a:p>
            <a:r>
              <a:rPr lang="en-US" dirty="0"/>
              <a:t>Output is sent to the next step: "Analyze Image"​</a:t>
            </a:r>
          </a:p>
          <a:p>
            <a:endParaRPr lang="en-US" sz="2400" dirty="0"/>
          </a:p>
        </p:txBody>
      </p:sp>
      <p:sp>
        <p:nvSpPr>
          <p:cNvPr id="4" name="Slide Number Placeholder 3">
            <a:extLst>
              <a:ext uri="{FF2B5EF4-FFF2-40B4-BE49-F238E27FC236}">
                <a16:creationId xmlns:a16="http://schemas.microsoft.com/office/drawing/2014/main" id="{1CAF8368-E415-EF31-0026-C466B330EFEB}"/>
              </a:ext>
            </a:extLst>
          </p:cNvPr>
          <p:cNvSpPr>
            <a:spLocks noGrp="1"/>
          </p:cNvSpPr>
          <p:nvPr>
            <p:ph type="sldNum" sz="quarter" idx="11"/>
          </p:nvPr>
        </p:nvSpPr>
        <p:spPr/>
        <p:txBody>
          <a:bodyPr/>
          <a:lstStyle/>
          <a:p>
            <a:fld id="{793608D5-1586-F84E-AC54-632C635393D2}" type="slidenum">
              <a:rPr lang="en-US" smtClean="0"/>
              <a:pPr/>
              <a:t>55</a:t>
            </a:fld>
            <a:endParaRPr lang="en-US"/>
          </a:p>
        </p:txBody>
      </p:sp>
      <p:pic>
        <p:nvPicPr>
          <p:cNvPr id="3074" name="Picture 2" descr="A screenshot of a web page&#10;&#10;AI-generated content may be incorrect.">
            <a:extLst>
              <a:ext uri="{FF2B5EF4-FFF2-40B4-BE49-F238E27FC236}">
                <a16:creationId xmlns:a16="http://schemas.microsoft.com/office/drawing/2014/main" id="{040C338E-874A-2C7E-6AFF-922A6B810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1825" y="0"/>
            <a:ext cx="3970176" cy="495455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2288E580-7860-E090-7F59-6C9584A734C6}"/>
              </a:ext>
            </a:extLst>
          </p:cNvPr>
          <p:cNvGrpSpPr/>
          <p:nvPr/>
        </p:nvGrpSpPr>
        <p:grpSpPr>
          <a:xfrm>
            <a:off x="7343427" y="2220318"/>
            <a:ext cx="2962080" cy="2727360"/>
            <a:chOff x="7343427" y="2220318"/>
            <a:chExt cx="2962080" cy="27273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A3AFEF6-F587-8D58-7750-A72D7F255745}"/>
                    </a:ext>
                  </a:extLst>
                </p14:cNvPr>
                <p14:cNvContentPartPr/>
                <p14:nvPr/>
              </p14:nvContentPartPr>
              <p14:xfrm>
                <a:off x="8240907" y="2220318"/>
                <a:ext cx="2064600" cy="371880"/>
              </p14:xfrm>
            </p:contentPart>
          </mc:Choice>
          <mc:Fallback xmlns="">
            <p:pic>
              <p:nvPicPr>
                <p:cNvPr id="5" name="Ink 4">
                  <a:extLst>
                    <a:ext uri="{FF2B5EF4-FFF2-40B4-BE49-F238E27FC236}">
                      <a16:creationId xmlns:a16="http://schemas.microsoft.com/office/drawing/2014/main" id="{4A3AFEF6-F587-8D58-7750-A72D7F255745}"/>
                    </a:ext>
                  </a:extLst>
                </p:cNvPr>
                <p:cNvPicPr/>
                <p:nvPr/>
              </p:nvPicPr>
              <p:blipFill>
                <a:blip r:embed="rId4"/>
                <a:stretch>
                  <a:fillRect/>
                </a:stretch>
              </p:blipFill>
              <p:spPr>
                <a:xfrm>
                  <a:off x="8234787" y="2214198"/>
                  <a:ext cx="207684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38E7DB8-58D1-F96E-CE99-711A9E62110E}"/>
                    </a:ext>
                  </a:extLst>
                </p14:cNvPr>
                <p14:cNvContentPartPr/>
                <p14:nvPr/>
              </p14:nvContentPartPr>
              <p14:xfrm>
                <a:off x="7343427" y="2519118"/>
                <a:ext cx="1259640" cy="2388960"/>
              </p14:xfrm>
            </p:contentPart>
          </mc:Choice>
          <mc:Fallback xmlns="">
            <p:pic>
              <p:nvPicPr>
                <p:cNvPr id="6" name="Ink 5">
                  <a:extLst>
                    <a:ext uri="{FF2B5EF4-FFF2-40B4-BE49-F238E27FC236}">
                      <a16:creationId xmlns:a16="http://schemas.microsoft.com/office/drawing/2014/main" id="{538E7DB8-58D1-F96E-CE99-711A9E62110E}"/>
                    </a:ext>
                  </a:extLst>
                </p:cNvPr>
                <p:cNvPicPr/>
                <p:nvPr/>
              </p:nvPicPr>
              <p:blipFill>
                <a:blip r:embed="rId6"/>
                <a:stretch>
                  <a:fillRect/>
                </a:stretch>
              </p:blipFill>
              <p:spPr>
                <a:xfrm>
                  <a:off x="7337307" y="2512998"/>
                  <a:ext cx="1271880" cy="2401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54575E8F-0814-6A7D-D579-025C6EBE41FC}"/>
                    </a:ext>
                  </a:extLst>
                </p14:cNvPr>
                <p14:cNvContentPartPr/>
                <p14:nvPr/>
              </p14:nvContentPartPr>
              <p14:xfrm>
                <a:off x="7354587" y="4842558"/>
                <a:ext cx="137160" cy="105120"/>
              </p14:xfrm>
            </p:contentPart>
          </mc:Choice>
          <mc:Fallback xmlns="">
            <p:pic>
              <p:nvPicPr>
                <p:cNvPr id="7" name="Ink 6">
                  <a:extLst>
                    <a:ext uri="{FF2B5EF4-FFF2-40B4-BE49-F238E27FC236}">
                      <a16:creationId xmlns:a16="http://schemas.microsoft.com/office/drawing/2014/main" id="{54575E8F-0814-6A7D-D579-025C6EBE41FC}"/>
                    </a:ext>
                  </a:extLst>
                </p:cNvPr>
                <p:cNvPicPr/>
                <p:nvPr/>
              </p:nvPicPr>
              <p:blipFill>
                <a:blip r:embed="rId8"/>
                <a:stretch>
                  <a:fillRect/>
                </a:stretch>
              </p:blipFill>
              <p:spPr>
                <a:xfrm>
                  <a:off x="7348467" y="4836438"/>
                  <a:ext cx="149400" cy="117360"/>
                </a:xfrm>
                <a:prstGeom prst="rect">
                  <a:avLst/>
                </a:prstGeom>
              </p:spPr>
            </p:pic>
          </mc:Fallback>
        </mc:AlternateContent>
      </p:grpSp>
      <p:sp>
        <p:nvSpPr>
          <p:cNvPr id="9" name="TextBox 8">
            <a:extLst>
              <a:ext uri="{FF2B5EF4-FFF2-40B4-BE49-F238E27FC236}">
                <a16:creationId xmlns:a16="http://schemas.microsoft.com/office/drawing/2014/main" id="{22D32CB2-AF4C-9B6A-16EB-741D58AC9A99}"/>
              </a:ext>
            </a:extLst>
          </p:cNvPr>
          <p:cNvSpPr txBox="1"/>
          <p:nvPr/>
        </p:nvSpPr>
        <p:spPr>
          <a:xfrm>
            <a:off x="5001208" y="4842558"/>
            <a:ext cx="2342218" cy="923330"/>
          </a:xfrm>
          <a:prstGeom prst="rect">
            <a:avLst/>
          </a:prstGeom>
          <a:noFill/>
        </p:spPr>
        <p:txBody>
          <a:bodyPr wrap="square" rtlCol="0">
            <a:spAutoFit/>
          </a:bodyPr>
          <a:lstStyle/>
          <a:p>
            <a:r>
              <a:rPr lang="en-US" dirty="0"/>
              <a:t>JSON </a:t>
            </a:r>
            <a:r>
              <a:rPr lang="en-US" dirty="0" err="1"/>
              <a:t>url</a:t>
            </a:r>
            <a:r>
              <a:rPr lang="en-US" dirty="0"/>
              <a:t> is used as input to download the image.</a:t>
            </a:r>
          </a:p>
        </p:txBody>
      </p:sp>
    </p:spTree>
    <p:extLst>
      <p:ext uri="{BB962C8B-B14F-4D97-AF65-F5344CB8AC3E}">
        <p14:creationId xmlns:p14="http://schemas.microsoft.com/office/powerpoint/2010/main" val="4476075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4C748-33F2-EDD8-0995-1D7B3A4BFEA0}"/>
              </a:ext>
            </a:extLst>
          </p:cNvPr>
          <p:cNvSpPr>
            <a:spLocks noGrp="1"/>
          </p:cNvSpPr>
          <p:nvPr>
            <p:ph type="title"/>
          </p:nvPr>
        </p:nvSpPr>
        <p:spPr/>
        <p:txBody>
          <a:bodyPr/>
          <a:lstStyle/>
          <a:p>
            <a:r>
              <a:rPr lang="en-US" b="1" dirty="0"/>
              <a:t>Output of Image downloader</a:t>
            </a:r>
            <a:r>
              <a:rPr lang="en-US" dirty="0"/>
              <a:t>​</a:t>
            </a:r>
          </a:p>
        </p:txBody>
      </p:sp>
      <p:sp>
        <p:nvSpPr>
          <p:cNvPr id="3" name="Content Placeholder 2">
            <a:extLst>
              <a:ext uri="{FF2B5EF4-FFF2-40B4-BE49-F238E27FC236}">
                <a16:creationId xmlns:a16="http://schemas.microsoft.com/office/drawing/2014/main" id="{92A465BF-29B7-7EF6-5553-C3E7DBD087F5}"/>
              </a:ext>
            </a:extLst>
          </p:cNvPr>
          <p:cNvSpPr>
            <a:spLocks noGrp="1"/>
          </p:cNvSpPr>
          <p:nvPr>
            <p:ph idx="1"/>
          </p:nvPr>
        </p:nvSpPr>
        <p:spPr>
          <a:xfrm>
            <a:off x="371670" y="1167308"/>
            <a:ext cx="10515600" cy="4095631"/>
          </a:xfrm>
        </p:spPr>
        <p:txBody>
          <a:bodyPr/>
          <a:lstStyle/>
          <a:p>
            <a:r>
              <a:rPr lang="en-US" dirty="0"/>
              <a:t>The output is a Jpg/image type which is sent to GPT to analyze.​</a:t>
            </a:r>
            <a:endParaRPr lang="en-US" b="1" dirty="0"/>
          </a:p>
        </p:txBody>
      </p:sp>
      <p:sp>
        <p:nvSpPr>
          <p:cNvPr id="4" name="Slide Number Placeholder 3">
            <a:extLst>
              <a:ext uri="{FF2B5EF4-FFF2-40B4-BE49-F238E27FC236}">
                <a16:creationId xmlns:a16="http://schemas.microsoft.com/office/drawing/2014/main" id="{672693D5-AE08-C218-80CB-58209BFBD5A5}"/>
              </a:ext>
            </a:extLst>
          </p:cNvPr>
          <p:cNvSpPr>
            <a:spLocks noGrp="1"/>
          </p:cNvSpPr>
          <p:nvPr>
            <p:ph type="sldNum" sz="quarter" idx="11"/>
          </p:nvPr>
        </p:nvSpPr>
        <p:spPr/>
        <p:txBody>
          <a:bodyPr/>
          <a:lstStyle/>
          <a:p>
            <a:fld id="{793608D5-1586-F84E-AC54-632C635393D2}" type="slidenum">
              <a:rPr lang="en-US" smtClean="0"/>
              <a:pPr/>
              <a:t>56</a:t>
            </a:fld>
            <a:endParaRPr lang="en-US"/>
          </a:p>
        </p:txBody>
      </p:sp>
      <p:pic>
        <p:nvPicPr>
          <p:cNvPr id="4098" name="Picture 2" descr="A screenshot of a computer&#10;&#10;AI-generated content may be incorrect.">
            <a:extLst>
              <a:ext uri="{FF2B5EF4-FFF2-40B4-BE49-F238E27FC236}">
                <a16:creationId xmlns:a16="http://schemas.microsoft.com/office/drawing/2014/main" id="{B8F84E67-C292-62AC-5FB6-A33F9BE92B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111" y="1700212"/>
            <a:ext cx="4619625" cy="483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1094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5D744-B963-6192-7C1C-6468E5F58B99}"/>
              </a:ext>
            </a:extLst>
          </p:cNvPr>
          <p:cNvSpPr>
            <a:spLocks noGrp="1"/>
          </p:cNvSpPr>
          <p:nvPr>
            <p:ph type="title"/>
          </p:nvPr>
        </p:nvSpPr>
        <p:spPr/>
        <p:txBody>
          <a:bodyPr/>
          <a:lstStyle/>
          <a:p>
            <a:r>
              <a:rPr lang="en-US" dirty="0"/>
              <a:t>GPT model– Analyze Image</a:t>
            </a:r>
          </a:p>
        </p:txBody>
      </p:sp>
      <p:sp>
        <p:nvSpPr>
          <p:cNvPr id="3" name="Content Placeholder 2">
            <a:extLst>
              <a:ext uri="{FF2B5EF4-FFF2-40B4-BE49-F238E27FC236}">
                <a16:creationId xmlns:a16="http://schemas.microsoft.com/office/drawing/2014/main" id="{45A8BDEC-CFAB-8137-8800-3F599F1201D6}"/>
              </a:ext>
            </a:extLst>
          </p:cNvPr>
          <p:cNvSpPr>
            <a:spLocks noGrp="1"/>
          </p:cNvSpPr>
          <p:nvPr>
            <p:ph idx="1"/>
          </p:nvPr>
        </p:nvSpPr>
        <p:spPr>
          <a:xfrm>
            <a:off x="0" y="1251284"/>
            <a:ext cx="6540759" cy="5606716"/>
          </a:xfrm>
        </p:spPr>
        <p:txBody>
          <a:bodyPr/>
          <a:lstStyle/>
          <a:p>
            <a:r>
              <a:rPr lang="en-US" dirty="0"/>
              <a:t>As the name suggests, this 4.0 mini </a:t>
            </a:r>
            <a:r>
              <a:rPr lang="en-US" dirty="0" err="1"/>
              <a:t>Gpt</a:t>
            </a:r>
            <a:r>
              <a:rPr lang="en-US" dirty="0"/>
              <a:t> model analyses an image and gives out the output as instructed by us.</a:t>
            </a:r>
          </a:p>
          <a:p>
            <a:r>
              <a:rPr lang="en-US" dirty="0"/>
              <a:t>Prompt sent to GPT: </a:t>
            </a:r>
            <a:r>
              <a:rPr lang="en-US" i="1" dirty="0"/>
              <a:t>"</a:t>
            </a:r>
            <a:r>
              <a:rPr lang="en-US" i="1" dirty="0">
                <a:solidFill>
                  <a:srgbClr val="FF0000"/>
                </a:solidFill>
              </a:rPr>
              <a:t>Describe this image in one sentence."</a:t>
            </a:r>
            <a:r>
              <a:rPr lang="en-US" dirty="0"/>
              <a:t>​</a:t>
            </a:r>
          </a:p>
          <a:p>
            <a:endParaRPr lang="en-US" dirty="0"/>
          </a:p>
          <a:p>
            <a:r>
              <a:rPr lang="en-US" dirty="0"/>
              <a:t>GPT responds with caption or best guess (e.g., "A man hiking in the mountains at sunset.")​</a:t>
            </a:r>
          </a:p>
          <a:p>
            <a:r>
              <a:rPr lang="en-US" dirty="0"/>
              <a:t>Supports general object detection, context inference​</a:t>
            </a:r>
          </a:p>
          <a:p>
            <a:endParaRPr lang="en-US" dirty="0"/>
          </a:p>
        </p:txBody>
      </p:sp>
      <p:sp>
        <p:nvSpPr>
          <p:cNvPr id="4" name="Slide Number Placeholder 3">
            <a:extLst>
              <a:ext uri="{FF2B5EF4-FFF2-40B4-BE49-F238E27FC236}">
                <a16:creationId xmlns:a16="http://schemas.microsoft.com/office/drawing/2014/main" id="{D515770B-ADB2-8F30-0D18-CAA03E545C13}"/>
              </a:ext>
            </a:extLst>
          </p:cNvPr>
          <p:cNvSpPr>
            <a:spLocks noGrp="1"/>
          </p:cNvSpPr>
          <p:nvPr>
            <p:ph type="sldNum" sz="quarter" idx="11"/>
          </p:nvPr>
        </p:nvSpPr>
        <p:spPr/>
        <p:txBody>
          <a:bodyPr/>
          <a:lstStyle/>
          <a:p>
            <a:fld id="{793608D5-1586-F84E-AC54-632C635393D2}" type="slidenum">
              <a:rPr lang="en-US" smtClean="0"/>
              <a:pPr/>
              <a:t>57</a:t>
            </a:fld>
            <a:endParaRPr lang="en-US"/>
          </a:p>
        </p:txBody>
      </p:sp>
      <p:pic>
        <p:nvPicPr>
          <p:cNvPr id="5122" name="Picture 2" descr="A screenshot of a computer&#10;&#10;AI-generated content may be incorrect.">
            <a:extLst>
              <a:ext uri="{FF2B5EF4-FFF2-40B4-BE49-F238E27FC236}">
                <a16:creationId xmlns:a16="http://schemas.microsoft.com/office/drawing/2014/main" id="{52EBD0FE-6470-9C2D-E4FC-A268DE80AF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9839" y="565150"/>
            <a:ext cx="4542161" cy="629285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7DD64C04-818D-38D4-71FC-EE499B4747EB}"/>
              </a:ext>
            </a:extLst>
          </p:cNvPr>
          <p:cNvGrpSpPr/>
          <p:nvPr/>
        </p:nvGrpSpPr>
        <p:grpSpPr>
          <a:xfrm>
            <a:off x="6389787" y="4329198"/>
            <a:ext cx="5061240" cy="1542240"/>
            <a:chOff x="6389787" y="4329198"/>
            <a:chExt cx="5061240" cy="154224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9998B13-2F4D-EA12-7C56-1911B3B74CCD}"/>
                    </a:ext>
                  </a:extLst>
                </p14:cNvPr>
                <p14:cNvContentPartPr/>
                <p14:nvPr/>
              </p14:nvContentPartPr>
              <p14:xfrm>
                <a:off x="7454667" y="4329198"/>
                <a:ext cx="3996360" cy="831960"/>
              </p14:xfrm>
            </p:contentPart>
          </mc:Choice>
          <mc:Fallback xmlns="">
            <p:pic>
              <p:nvPicPr>
                <p:cNvPr id="5" name="Ink 4">
                  <a:extLst>
                    <a:ext uri="{FF2B5EF4-FFF2-40B4-BE49-F238E27FC236}">
                      <a16:creationId xmlns:a16="http://schemas.microsoft.com/office/drawing/2014/main" id="{69998B13-2F4D-EA12-7C56-1911B3B74CCD}"/>
                    </a:ext>
                  </a:extLst>
                </p:cNvPr>
                <p:cNvPicPr/>
                <p:nvPr/>
              </p:nvPicPr>
              <p:blipFill>
                <a:blip r:embed="rId5"/>
                <a:stretch>
                  <a:fillRect/>
                </a:stretch>
              </p:blipFill>
              <p:spPr>
                <a:xfrm>
                  <a:off x="7448547" y="4323078"/>
                  <a:ext cx="4008600" cy="844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4BD4FA3-22B8-8381-60E4-187A75FD303A}"/>
                    </a:ext>
                  </a:extLst>
                </p14:cNvPr>
                <p14:cNvContentPartPr/>
                <p14:nvPr/>
              </p14:nvContentPartPr>
              <p14:xfrm>
                <a:off x="6389787" y="4945158"/>
                <a:ext cx="1419840" cy="887040"/>
              </p14:xfrm>
            </p:contentPart>
          </mc:Choice>
          <mc:Fallback xmlns="">
            <p:pic>
              <p:nvPicPr>
                <p:cNvPr id="6" name="Ink 5">
                  <a:extLst>
                    <a:ext uri="{FF2B5EF4-FFF2-40B4-BE49-F238E27FC236}">
                      <a16:creationId xmlns:a16="http://schemas.microsoft.com/office/drawing/2014/main" id="{94BD4FA3-22B8-8381-60E4-187A75FD303A}"/>
                    </a:ext>
                  </a:extLst>
                </p:cNvPr>
                <p:cNvPicPr/>
                <p:nvPr/>
              </p:nvPicPr>
              <p:blipFill>
                <a:blip r:embed="rId7"/>
                <a:stretch>
                  <a:fillRect/>
                </a:stretch>
              </p:blipFill>
              <p:spPr>
                <a:xfrm>
                  <a:off x="6383667" y="4939038"/>
                  <a:ext cx="1432080" cy="899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642637A-AB8F-BA43-FF34-940DA776DB4E}"/>
                    </a:ext>
                  </a:extLst>
                </p14:cNvPr>
                <p14:cNvContentPartPr/>
                <p14:nvPr/>
              </p14:nvContentPartPr>
              <p14:xfrm>
                <a:off x="6400227" y="5625918"/>
                <a:ext cx="414360" cy="245520"/>
              </p14:xfrm>
            </p:contentPart>
          </mc:Choice>
          <mc:Fallback xmlns="">
            <p:pic>
              <p:nvPicPr>
                <p:cNvPr id="7" name="Ink 6">
                  <a:extLst>
                    <a:ext uri="{FF2B5EF4-FFF2-40B4-BE49-F238E27FC236}">
                      <a16:creationId xmlns:a16="http://schemas.microsoft.com/office/drawing/2014/main" id="{B642637A-AB8F-BA43-FF34-940DA776DB4E}"/>
                    </a:ext>
                  </a:extLst>
                </p:cNvPr>
                <p:cNvPicPr/>
                <p:nvPr/>
              </p:nvPicPr>
              <p:blipFill>
                <a:blip r:embed="rId9"/>
                <a:stretch>
                  <a:fillRect/>
                </a:stretch>
              </p:blipFill>
              <p:spPr>
                <a:xfrm>
                  <a:off x="6394107" y="5619798"/>
                  <a:ext cx="426600" cy="257760"/>
                </a:xfrm>
                <a:prstGeom prst="rect">
                  <a:avLst/>
                </a:prstGeom>
              </p:spPr>
            </p:pic>
          </mc:Fallback>
        </mc:AlternateContent>
      </p:grpSp>
      <p:grpSp>
        <p:nvGrpSpPr>
          <p:cNvPr id="13" name="Group 12">
            <a:extLst>
              <a:ext uri="{FF2B5EF4-FFF2-40B4-BE49-F238E27FC236}">
                <a16:creationId xmlns:a16="http://schemas.microsoft.com/office/drawing/2014/main" id="{75DB338A-5F44-8FE6-028B-0994CB56EC7B}"/>
              </a:ext>
            </a:extLst>
          </p:cNvPr>
          <p:cNvGrpSpPr/>
          <p:nvPr/>
        </p:nvGrpSpPr>
        <p:grpSpPr>
          <a:xfrm>
            <a:off x="6968667" y="1687518"/>
            <a:ext cx="3240720" cy="862560"/>
            <a:chOff x="6968667" y="1687518"/>
            <a:chExt cx="3240720" cy="862560"/>
          </a:xfrm>
        </p:grpSpPr>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C44F1D8-6E5D-8E95-16AC-5FCFBCB07E61}"/>
                    </a:ext>
                  </a:extLst>
                </p14:cNvPr>
                <p14:cNvContentPartPr/>
                <p14:nvPr/>
              </p14:nvContentPartPr>
              <p14:xfrm>
                <a:off x="7686867" y="1687518"/>
                <a:ext cx="2522520" cy="477000"/>
              </p14:xfrm>
            </p:contentPart>
          </mc:Choice>
          <mc:Fallback xmlns="">
            <p:pic>
              <p:nvPicPr>
                <p:cNvPr id="9" name="Ink 8">
                  <a:extLst>
                    <a:ext uri="{FF2B5EF4-FFF2-40B4-BE49-F238E27FC236}">
                      <a16:creationId xmlns:a16="http://schemas.microsoft.com/office/drawing/2014/main" id="{8C44F1D8-6E5D-8E95-16AC-5FCFBCB07E61}"/>
                    </a:ext>
                  </a:extLst>
                </p:cNvPr>
                <p:cNvPicPr/>
                <p:nvPr/>
              </p:nvPicPr>
              <p:blipFill>
                <a:blip r:embed="rId11"/>
                <a:stretch>
                  <a:fillRect/>
                </a:stretch>
              </p:blipFill>
              <p:spPr>
                <a:xfrm>
                  <a:off x="7680747" y="1681398"/>
                  <a:ext cx="2534760" cy="489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689437C-C950-6D49-43CD-AA90E5DF3CFE}"/>
                    </a:ext>
                  </a:extLst>
                </p14:cNvPr>
                <p14:cNvContentPartPr/>
                <p14:nvPr/>
              </p14:nvContentPartPr>
              <p14:xfrm>
                <a:off x="6993867" y="1958958"/>
                <a:ext cx="806760" cy="574560"/>
              </p14:xfrm>
            </p:contentPart>
          </mc:Choice>
          <mc:Fallback xmlns="">
            <p:pic>
              <p:nvPicPr>
                <p:cNvPr id="10" name="Ink 9">
                  <a:extLst>
                    <a:ext uri="{FF2B5EF4-FFF2-40B4-BE49-F238E27FC236}">
                      <a16:creationId xmlns:a16="http://schemas.microsoft.com/office/drawing/2014/main" id="{A689437C-C950-6D49-43CD-AA90E5DF3CFE}"/>
                    </a:ext>
                  </a:extLst>
                </p:cNvPr>
                <p:cNvPicPr/>
                <p:nvPr/>
              </p:nvPicPr>
              <p:blipFill>
                <a:blip r:embed="rId13"/>
                <a:stretch>
                  <a:fillRect/>
                </a:stretch>
              </p:blipFill>
              <p:spPr>
                <a:xfrm>
                  <a:off x="6987747" y="1952838"/>
                  <a:ext cx="819000" cy="586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67505FE8-0C8E-E40F-15E5-6BEBEABED969}"/>
                    </a:ext>
                  </a:extLst>
                </p14:cNvPr>
                <p14:cNvContentPartPr/>
                <p14:nvPr/>
              </p14:nvContentPartPr>
              <p14:xfrm>
                <a:off x="6968667" y="2379078"/>
                <a:ext cx="113400" cy="171000"/>
              </p14:xfrm>
            </p:contentPart>
          </mc:Choice>
          <mc:Fallback xmlns="">
            <p:pic>
              <p:nvPicPr>
                <p:cNvPr id="12" name="Ink 11">
                  <a:extLst>
                    <a:ext uri="{FF2B5EF4-FFF2-40B4-BE49-F238E27FC236}">
                      <a16:creationId xmlns:a16="http://schemas.microsoft.com/office/drawing/2014/main" id="{67505FE8-0C8E-E40F-15E5-6BEBEABED969}"/>
                    </a:ext>
                  </a:extLst>
                </p:cNvPr>
                <p:cNvPicPr/>
                <p:nvPr/>
              </p:nvPicPr>
              <p:blipFill>
                <a:blip r:embed="rId15"/>
                <a:stretch>
                  <a:fillRect/>
                </a:stretch>
              </p:blipFill>
              <p:spPr>
                <a:xfrm>
                  <a:off x="6962547" y="2372958"/>
                  <a:ext cx="125640" cy="183240"/>
                </a:xfrm>
                <a:prstGeom prst="rect">
                  <a:avLst/>
                </a:prstGeom>
              </p:spPr>
            </p:pic>
          </mc:Fallback>
        </mc:AlternateContent>
      </p:grpSp>
      <p:sp>
        <p:nvSpPr>
          <p:cNvPr id="14" name="TextBox 13">
            <a:extLst>
              <a:ext uri="{FF2B5EF4-FFF2-40B4-BE49-F238E27FC236}">
                <a16:creationId xmlns:a16="http://schemas.microsoft.com/office/drawing/2014/main" id="{DF181907-9412-C07A-32D2-537582E6DBAF}"/>
              </a:ext>
            </a:extLst>
          </p:cNvPr>
          <p:cNvSpPr txBox="1"/>
          <p:nvPr/>
        </p:nvSpPr>
        <p:spPr>
          <a:xfrm>
            <a:off x="5635690" y="2379078"/>
            <a:ext cx="1740321" cy="1200329"/>
          </a:xfrm>
          <a:prstGeom prst="rect">
            <a:avLst/>
          </a:prstGeom>
          <a:noFill/>
        </p:spPr>
        <p:txBody>
          <a:bodyPr wrap="square" rtlCol="0">
            <a:spAutoFit/>
          </a:bodyPr>
          <a:lstStyle/>
          <a:p>
            <a:r>
              <a:rPr lang="en-US" dirty="0"/>
              <a:t>Once the free credits are over, the only option is to pay.</a:t>
            </a:r>
          </a:p>
        </p:txBody>
      </p:sp>
      <p:sp>
        <p:nvSpPr>
          <p:cNvPr id="15" name="TextBox 14">
            <a:extLst>
              <a:ext uri="{FF2B5EF4-FFF2-40B4-BE49-F238E27FC236}">
                <a16:creationId xmlns:a16="http://schemas.microsoft.com/office/drawing/2014/main" id="{AD294AB3-4501-3FCA-6DC6-9E6D02DC996A}"/>
              </a:ext>
            </a:extLst>
          </p:cNvPr>
          <p:cNvSpPr txBox="1"/>
          <p:nvPr/>
        </p:nvSpPr>
        <p:spPr>
          <a:xfrm>
            <a:off x="4301412" y="5871438"/>
            <a:ext cx="2920482" cy="646331"/>
          </a:xfrm>
          <a:prstGeom prst="rect">
            <a:avLst/>
          </a:prstGeom>
          <a:noFill/>
        </p:spPr>
        <p:txBody>
          <a:bodyPr wrap="square" rtlCol="0">
            <a:spAutoFit/>
          </a:bodyPr>
          <a:lstStyle/>
          <a:p>
            <a:r>
              <a:rPr lang="en-US" dirty="0"/>
              <a:t>Our text input is to describe the image in detail.</a:t>
            </a:r>
          </a:p>
        </p:txBody>
      </p:sp>
    </p:spTree>
    <p:extLst>
      <p:ext uri="{BB962C8B-B14F-4D97-AF65-F5344CB8AC3E}">
        <p14:creationId xmlns:p14="http://schemas.microsoft.com/office/powerpoint/2010/main" val="6494917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24E9F-5F88-82DF-9389-9220FFB79875}"/>
              </a:ext>
            </a:extLst>
          </p:cNvPr>
          <p:cNvSpPr>
            <a:spLocks noGrp="1"/>
          </p:cNvSpPr>
          <p:nvPr>
            <p:ph type="title"/>
          </p:nvPr>
        </p:nvSpPr>
        <p:spPr/>
        <p:txBody>
          <a:bodyPr/>
          <a:lstStyle/>
          <a:p>
            <a:r>
              <a:rPr lang="en-US" b="1" dirty="0"/>
              <a:t>Output of analyze image</a:t>
            </a:r>
            <a:r>
              <a:rPr lang="en-US" dirty="0"/>
              <a:t>​</a:t>
            </a:r>
          </a:p>
        </p:txBody>
      </p:sp>
      <p:sp>
        <p:nvSpPr>
          <p:cNvPr id="4" name="Slide Number Placeholder 3">
            <a:extLst>
              <a:ext uri="{FF2B5EF4-FFF2-40B4-BE49-F238E27FC236}">
                <a16:creationId xmlns:a16="http://schemas.microsoft.com/office/drawing/2014/main" id="{BE16E2F2-8D14-57BC-E675-7F6549ADFBB6}"/>
              </a:ext>
            </a:extLst>
          </p:cNvPr>
          <p:cNvSpPr>
            <a:spLocks noGrp="1"/>
          </p:cNvSpPr>
          <p:nvPr>
            <p:ph type="sldNum" sz="quarter" idx="11"/>
          </p:nvPr>
        </p:nvSpPr>
        <p:spPr/>
        <p:txBody>
          <a:bodyPr/>
          <a:lstStyle/>
          <a:p>
            <a:fld id="{793608D5-1586-F84E-AC54-632C635393D2}" type="slidenum">
              <a:rPr lang="en-US" smtClean="0"/>
              <a:pPr/>
              <a:t>58</a:t>
            </a:fld>
            <a:endParaRPr lang="en-US"/>
          </a:p>
        </p:txBody>
      </p:sp>
      <p:pic>
        <p:nvPicPr>
          <p:cNvPr id="6146" name="Picture 2" descr="A screenshot of a computer&#10;&#10;AI-generated content may be incorrect.">
            <a:extLst>
              <a:ext uri="{FF2B5EF4-FFF2-40B4-BE49-F238E27FC236}">
                <a16:creationId xmlns:a16="http://schemas.microsoft.com/office/drawing/2014/main" id="{C762D5E1-F458-F7CB-BBC5-917B4632D7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138982"/>
            <a:ext cx="6391469" cy="571901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DA8393E4-F53A-59FB-A387-39D6EC9691AF}"/>
              </a:ext>
            </a:extLst>
          </p:cNvPr>
          <p:cNvGrpSpPr/>
          <p:nvPr/>
        </p:nvGrpSpPr>
        <p:grpSpPr>
          <a:xfrm>
            <a:off x="1967907" y="2256678"/>
            <a:ext cx="6573960" cy="3016440"/>
            <a:chOff x="1967907" y="2256678"/>
            <a:chExt cx="6573960" cy="301644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C0C1A82-F1A4-199F-5C1F-B70992E69C37}"/>
                    </a:ext>
                  </a:extLst>
                </p14:cNvPr>
                <p14:cNvContentPartPr/>
                <p14:nvPr/>
              </p14:nvContentPartPr>
              <p14:xfrm>
                <a:off x="1967907" y="2256678"/>
                <a:ext cx="4238280" cy="3016440"/>
              </p14:xfrm>
            </p:contentPart>
          </mc:Choice>
          <mc:Fallback xmlns="">
            <p:pic>
              <p:nvPicPr>
                <p:cNvPr id="5" name="Ink 4">
                  <a:extLst>
                    <a:ext uri="{FF2B5EF4-FFF2-40B4-BE49-F238E27FC236}">
                      <a16:creationId xmlns:a16="http://schemas.microsoft.com/office/drawing/2014/main" id="{DC0C1A82-F1A4-199F-5C1F-B70992E69C37}"/>
                    </a:ext>
                  </a:extLst>
                </p:cNvPr>
                <p:cNvPicPr/>
                <p:nvPr/>
              </p:nvPicPr>
              <p:blipFill>
                <a:blip r:embed="rId4"/>
                <a:stretch>
                  <a:fillRect/>
                </a:stretch>
              </p:blipFill>
              <p:spPr>
                <a:xfrm>
                  <a:off x="1961787" y="2250558"/>
                  <a:ext cx="4250520" cy="3028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FD33EE4-28EF-E8B1-1F95-D61FB25B8CD0}"/>
                    </a:ext>
                  </a:extLst>
                </p14:cNvPr>
                <p14:cNvContentPartPr/>
                <p14:nvPr/>
              </p14:nvContentPartPr>
              <p14:xfrm>
                <a:off x="6204387" y="2871918"/>
                <a:ext cx="2337480" cy="514800"/>
              </p14:xfrm>
            </p:contentPart>
          </mc:Choice>
          <mc:Fallback xmlns="">
            <p:pic>
              <p:nvPicPr>
                <p:cNvPr id="6" name="Ink 5">
                  <a:extLst>
                    <a:ext uri="{FF2B5EF4-FFF2-40B4-BE49-F238E27FC236}">
                      <a16:creationId xmlns:a16="http://schemas.microsoft.com/office/drawing/2014/main" id="{FFD33EE4-28EF-E8B1-1F95-D61FB25B8CD0}"/>
                    </a:ext>
                  </a:extLst>
                </p:cNvPr>
                <p:cNvPicPr/>
                <p:nvPr/>
              </p:nvPicPr>
              <p:blipFill>
                <a:blip r:embed="rId6"/>
                <a:stretch>
                  <a:fillRect/>
                </a:stretch>
              </p:blipFill>
              <p:spPr>
                <a:xfrm>
                  <a:off x="6198267" y="2865798"/>
                  <a:ext cx="2349720" cy="527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A112EDD-900F-9ACD-8866-91264D4F4E97}"/>
                    </a:ext>
                  </a:extLst>
                </p14:cNvPr>
                <p14:cNvContentPartPr/>
                <p14:nvPr/>
              </p14:nvContentPartPr>
              <p14:xfrm>
                <a:off x="8282667" y="2724678"/>
                <a:ext cx="254880" cy="167760"/>
              </p14:xfrm>
            </p:contentPart>
          </mc:Choice>
          <mc:Fallback xmlns="">
            <p:pic>
              <p:nvPicPr>
                <p:cNvPr id="7" name="Ink 6">
                  <a:extLst>
                    <a:ext uri="{FF2B5EF4-FFF2-40B4-BE49-F238E27FC236}">
                      <a16:creationId xmlns:a16="http://schemas.microsoft.com/office/drawing/2014/main" id="{2A112EDD-900F-9ACD-8866-91264D4F4E97}"/>
                    </a:ext>
                  </a:extLst>
                </p:cNvPr>
                <p:cNvPicPr/>
                <p:nvPr/>
              </p:nvPicPr>
              <p:blipFill>
                <a:blip r:embed="rId8"/>
                <a:stretch>
                  <a:fillRect/>
                </a:stretch>
              </p:blipFill>
              <p:spPr>
                <a:xfrm>
                  <a:off x="8276547" y="2718558"/>
                  <a:ext cx="2671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6D7445A6-3F0E-8A63-0C97-65B4152779D2}"/>
                    </a:ext>
                  </a:extLst>
                </p14:cNvPr>
                <p14:cNvContentPartPr/>
                <p14:nvPr/>
              </p14:nvContentPartPr>
              <p14:xfrm>
                <a:off x="8161707" y="2883078"/>
                <a:ext cx="366480" cy="168120"/>
              </p14:xfrm>
            </p:contentPart>
          </mc:Choice>
          <mc:Fallback xmlns="">
            <p:pic>
              <p:nvPicPr>
                <p:cNvPr id="8" name="Ink 7">
                  <a:extLst>
                    <a:ext uri="{FF2B5EF4-FFF2-40B4-BE49-F238E27FC236}">
                      <a16:creationId xmlns:a16="http://schemas.microsoft.com/office/drawing/2014/main" id="{6D7445A6-3F0E-8A63-0C97-65B4152779D2}"/>
                    </a:ext>
                  </a:extLst>
                </p:cNvPr>
                <p:cNvPicPr/>
                <p:nvPr/>
              </p:nvPicPr>
              <p:blipFill>
                <a:blip r:embed="rId10"/>
                <a:stretch>
                  <a:fillRect/>
                </a:stretch>
              </p:blipFill>
              <p:spPr>
                <a:xfrm>
                  <a:off x="8155587" y="2876958"/>
                  <a:ext cx="378720" cy="180360"/>
                </a:xfrm>
                <a:prstGeom prst="rect">
                  <a:avLst/>
                </a:prstGeom>
              </p:spPr>
            </p:pic>
          </mc:Fallback>
        </mc:AlternateContent>
      </p:grpSp>
      <p:sp>
        <p:nvSpPr>
          <p:cNvPr id="10" name="TextBox 9">
            <a:extLst>
              <a:ext uri="{FF2B5EF4-FFF2-40B4-BE49-F238E27FC236}">
                <a16:creationId xmlns:a16="http://schemas.microsoft.com/office/drawing/2014/main" id="{2FD82785-6A0F-D3B2-41B5-074ED9C94DAC}"/>
              </a:ext>
            </a:extLst>
          </p:cNvPr>
          <p:cNvSpPr txBox="1"/>
          <p:nvPr/>
        </p:nvSpPr>
        <p:spPr>
          <a:xfrm>
            <a:off x="8399282" y="2573518"/>
            <a:ext cx="3635238" cy="923330"/>
          </a:xfrm>
          <a:prstGeom prst="rect">
            <a:avLst/>
          </a:prstGeom>
          <a:noFill/>
        </p:spPr>
        <p:txBody>
          <a:bodyPr wrap="square" rtlCol="0">
            <a:spAutoFit/>
          </a:bodyPr>
          <a:lstStyle/>
          <a:p>
            <a:r>
              <a:rPr lang="en-US" dirty="0"/>
              <a:t>The output from analyze Image gives us a detailed paragraph on what the image is.</a:t>
            </a:r>
          </a:p>
        </p:txBody>
      </p:sp>
    </p:spTree>
    <p:extLst>
      <p:ext uri="{BB962C8B-B14F-4D97-AF65-F5344CB8AC3E}">
        <p14:creationId xmlns:p14="http://schemas.microsoft.com/office/powerpoint/2010/main" val="2075979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657CB-9544-B236-55F3-7741BE47845B}"/>
              </a:ext>
            </a:extLst>
          </p:cNvPr>
          <p:cNvSpPr>
            <a:spLocks noGrp="1"/>
          </p:cNvSpPr>
          <p:nvPr>
            <p:ph type="title"/>
          </p:nvPr>
        </p:nvSpPr>
        <p:spPr/>
        <p:txBody>
          <a:bodyPr/>
          <a:lstStyle/>
          <a:p>
            <a:r>
              <a:rPr lang="en-US" b="1" dirty="0"/>
              <a:t>Final output on WhatsApp</a:t>
            </a:r>
            <a:r>
              <a:rPr lang="en-US" dirty="0"/>
              <a:t>​</a:t>
            </a:r>
          </a:p>
        </p:txBody>
      </p:sp>
      <p:sp>
        <p:nvSpPr>
          <p:cNvPr id="4" name="Slide Number Placeholder 3">
            <a:extLst>
              <a:ext uri="{FF2B5EF4-FFF2-40B4-BE49-F238E27FC236}">
                <a16:creationId xmlns:a16="http://schemas.microsoft.com/office/drawing/2014/main" id="{C13B30D7-4E36-ABAD-0AA3-CA3A341CF0E2}"/>
              </a:ext>
            </a:extLst>
          </p:cNvPr>
          <p:cNvSpPr>
            <a:spLocks noGrp="1"/>
          </p:cNvSpPr>
          <p:nvPr>
            <p:ph type="sldNum" sz="quarter" idx="11"/>
          </p:nvPr>
        </p:nvSpPr>
        <p:spPr/>
        <p:txBody>
          <a:bodyPr/>
          <a:lstStyle/>
          <a:p>
            <a:fld id="{793608D5-1586-F84E-AC54-632C635393D2}" type="slidenum">
              <a:rPr lang="en-US" smtClean="0"/>
              <a:pPr/>
              <a:t>59</a:t>
            </a:fld>
            <a:endParaRPr lang="en-US"/>
          </a:p>
        </p:txBody>
      </p:sp>
      <p:pic>
        <p:nvPicPr>
          <p:cNvPr id="7170" name="Picture 2" descr="A screenshot of a computer&#10;&#10;AI-generated content may be incorrect.">
            <a:extLst>
              <a:ext uri="{FF2B5EF4-FFF2-40B4-BE49-F238E27FC236}">
                <a16:creationId xmlns:a16="http://schemas.microsoft.com/office/drawing/2014/main" id="{37B3B092-A526-120F-67E3-D5DD68098C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3750" y="1251284"/>
            <a:ext cx="9942232" cy="409575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F262D2DF-48FC-DCBC-76C2-8108F73381EA}"/>
              </a:ext>
            </a:extLst>
          </p:cNvPr>
          <p:cNvGrpSpPr/>
          <p:nvPr/>
        </p:nvGrpSpPr>
        <p:grpSpPr>
          <a:xfrm>
            <a:off x="6790467" y="1182798"/>
            <a:ext cx="4107600" cy="1794600"/>
            <a:chOff x="6790467" y="1182798"/>
            <a:chExt cx="4107600" cy="1794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E0EE5B0-7307-B26C-211C-A72AC46FE82A}"/>
                    </a:ext>
                  </a:extLst>
                </p14:cNvPr>
                <p14:cNvContentPartPr/>
                <p14:nvPr/>
              </p14:nvContentPartPr>
              <p14:xfrm>
                <a:off x="6790467" y="1182798"/>
                <a:ext cx="3587040" cy="1794600"/>
              </p14:xfrm>
            </p:contentPart>
          </mc:Choice>
          <mc:Fallback xmlns="">
            <p:pic>
              <p:nvPicPr>
                <p:cNvPr id="5" name="Ink 4">
                  <a:extLst>
                    <a:ext uri="{FF2B5EF4-FFF2-40B4-BE49-F238E27FC236}">
                      <a16:creationId xmlns:a16="http://schemas.microsoft.com/office/drawing/2014/main" id="{3E0EE5B0-7307-B26C-211C-A72AC46FE82A}"/>
                    </a:ext>
                  </a:extLst>
                </p:cNvPr>
                <p:cNvPicPr/>
                <p:nvPr/>
              </p:nvPicPr>
              <p:blipFill>
                <a:blip r:embed="rId4"/>
                <a:stretch>
                  <a:fillRect/>
                </a:stretch>
              </p:blipFill>
              <p:spPr>
                <a:xfrm>
                  <a:off x="6784347" y="1176678"/>
                  <a:ext cx="3599280" cy="1806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CF06675-E7BD-D211-43FE-259C13E7038B}"/>
                    </a:ext>
                  </a:extLst>
                </p14:cNvPr>
                <p14:cNvContentPartPr/>
                <p14:nvPr/>
              </p14:nvContentPartPr>
              <p14:xfrm>
                <a:off x="9843267" y="1417158"/>
                <a:ext cx="1037520" cy="178560"/>
              </p14:xfrm>
            </p:contentPart>
          </mc:Choice>
          <mc:Fallback xmlns="">
            <p:pic>
              <p:nvPicPr>
                <p:cNvPr id="6" name="Ink 5">
                  <a:extLst>
                    <a:ext uri="{FF2B5EF4-FFF2-40B4-BE49-F238E27FC236}">
                      <a16:creationId xmlns:a16="http://schemas.microsoft.com/office/drawing/2014/main" id="{4CF06675-E7BD-D211-43FE-259C13E7038B}"/>
                    </a:ext>
                  </a:extLst>
                </p:cNvPr>
                <p:cNvPicPr/>
                <p:nvPr/>
              </p:nvPicPr>
              <p:blipFill>
                <a:blip r:embed="rId6"/>
                <a:stretch>
                  <a:fillRect/>
                </a:stretch>
              </p:blipFill>
              <p:spPr>
                <a:xfrm>
                  <a:off x="9837147" y="1411038"/>
                  <a:ext cx="10497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99929136-7D0C-6B75-03EA-3C81E4688171}"/>
                    </a:ext>
                  </a:extLst>
                </p14:cNvPr>
                <p14:cNvContentPartPr/>
                <p14:nvPr/>
              </p14:nvContentPartPr>
              <p14:xfrm>
                <a:off x="10718067" y="1318878"/>
                <a:ext cx="180000" cy="108720"/>
              </p14:xfrm>
            </p:contentPart>
          </mc:Choice>
          <mc:Fallback xmlns="">
            <p:pic>
              <p:nvPicPr>
                <p:cNvPr id="7" name="Ink 6">
                  <a:extLst>
                    <a:ext uri="{FF2B5EF4-FFF2-40B4-BE49-F238E27FC236}">
                      <a16:creationId xmlns:a16="http://schemas.microsoft.com/office/drawing/2014/main" id="{99929136-7D0C-6B75-03EA-3C81E4688171}"/>
                    </a:ext>
                  </a:extLst>
                </p:cNvPr>
                <p:cNvPicPr/>
                <p:nvPr/>
              </p:nvPicPr>
              <p:blipFill>
                <a:blip r:embed="rId8"/>
                <a:stretch>
                  <a:fillRect/>
                </a:stretch>
              </p:blipFill>
              <p:spPr>
                <a:xfrm>
                  <a:off x="10711947" y="1312758"/>
                  <a:ext cx="1922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3DB11F38-676E-5E2B-A467-01DF2B96F1C3}"/>
                    </a:ext>
                  </a:extLst>
                </p14:cNvPr>
                <p14:cNvContentPartPr/>
                <p14:nvPr/>
              </p14:nvContentPartPr>
              <p14:xfrm>
                <a:off x="10730307" y="1436598"/>
                <a:ext cx="167760" cy="160560"/>
              </p14:xfrm>
            </p:contentPart>
          </mc:Choice>
          <mc:Fallback xmlns="">
            <p:pic>
              <p:nvPicPr>
                <p:cNvPr id="9" name="Ink 8">
                  <a:extLst>
                    <a:ext uri="{FF2B5EF4-FFF2-40B4-BE49-F238E27FC236}">
                      <a16:creationId xmlns:a16="http://schemas.microsoft.com/office/drawing/2014/main" id="{3DB11F38-676E-5E2B-A467-01DF2B96F1C3}"/>
                    </a:ext>
                  </a:extLst>
                </p:cNvPr>
                <p:cNvPicPr/>
                <p:nvPr/>
              </p:nvPicPr>
              <p:blipFill>
                <a:blip r:embed="rId10"/>
                <a:stretch>
                  <a:fillRect/>
                </a:stretch>
              </p:blipFill>
              <p:spPr>
                <a:xfrm>
                  <a:off x="10724187" y="1430478"/>
                  <a:ext cx="180000" cy="172800"/>
                </a:xfrm>
                <a:prstGeom prst="rect">
                  <a:avLst/>
                </a:prstGeom>
              </p:spPr>
            </p:pic>
          </mc:Fallback>
        </mc:AlternateContent>
      </p:grpSp>
      <p:grpSp>
        <p:nvGrpSpPr>
          <p:cNvPr id="14" name="Group 13">
            <a:extLst>
              <a:ext uri="{FF2B5EF4-FFF2-40B4-BE49-F238E27FC236}">
                <a16:creationId xmlns:a16="http://schemas.microsoft.com/office/drawing/2014/main" id="{38F7FF8D-AA32-FF60-C258-E7D3C945C148}"/>
              </a:ext>
            </a:extLst>
          </p:cNvPr>
          <p:cNvGrpSpPr/>
          <p:nvPr/>
        </p:nvGrpSpPr>
        <p:grpSpPr>
          <a:xfrm>
            <a:off x="501987" y="3106638"/>
            <a:ext cx="6842160" cy="2745000"/>
            <a:chOff x="501987" y="3106638"/>
            <a:chExt cx="6842160" cy="2745000"/>
          </a:xfrm>
        </p:grpSpPr>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12AB620C-4526-2744-76B9-846EE68E641D}"/>
                    </a:ext>
                  </a:extLst>
                </p14:cNvPr>
                <p14:cNvContentPartPr/>
                <p14:nvPr/>
              </p14:nvContentPartPr>
              <p14:xfrm>
                <a:off x="501987" y="3106638"/>
                <a:ext cx="6842160" cy="2344320"/>
              </p14:xfrm>
            </p:contentPart>
          </mc:Choice>
          <mc:Fallback xmlns="">
            <p:pic>
              <p:nvPicPr>
                <p:cNvPr id="11" name="Ink 10">
                  <a:extLst>
                    <a:ext uri="{FF2B5EF4-FFF2-40B4-BE49-F238E27FC236}">
                      <a16:creationId xmlns:a16="http://schemas.microsoft.com/office/drawing/2014/main" id="{12AB620C-4526-2744-76B9-846EE68E641D}"/>
                    </a:ext>
                  </a:extLst>
                </p:cNvPr>
                <p:cNvPicPr/>
                <p:nvPr/>
              </p:nvPicPr>
              <p:blipFill>
                <a:blip r:embed="rId12"/>
                <a:stretch>
                  <a:fillRect/>
                </a:stretch>
              </p:blipFill>
              <p:spPr>
                <a:xfrm>
                  <a:off x="495867" y="3100518"/>
                  <a:ext cx="6854400" cy="2356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743D13A4-2908-A668-4B71-F78754AF1DEF}"/>
                    </a:ext>
                  </a:extLst>
                </p14:cNvPr>
                <p14:cNvContentPartPr/>
                <p14:nvPr/>
              </p14:nvContentPartPr>
              <p14:xfrm>
                <a:off x="1814187" y="5327478"/>
                <a:ext cx="1050120" cy="489960"/>
              </p14:xfrm>
            </p:contentPart>
          </mc:Choice>
          <mc:Fallback xmlns="">
            <p:pic>
              <p:nvPicPr>
                <p:cNvPr id="12" name="Ink 11">
                  <a:extLst>
                    <a:ext uri="{FF2B5EF4-FFF2-40B4-BE49-F238E27FC236}">
                      <a16:creationId xmlns:a16="http://schemas.microsoft.com/office/drawing/2014/main" id="{743D13A4-2908-A668-4B71-F78754AF1DEF}"/>
                    </a:ext>
                  </a:extLst>
                </p:cNvPr>
                <p:cNvPicPr/>
                <p:nvPr/>
              </p:nvPicPr>
              <p:blipFill>
                <a:blip r:embed="rId14"/>
                <a:stretch>
                  <a:fillRect/>
                </a:stretch>
              </p:blipFill>
              <p:spPr>
                <a:xfrm>
                  <a:off x="1808067" y="5321358"/>
                  <a:ext cx="106236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33AC0F0C-AFB6-1E4E-5DCD-C3FA3A31D389}"/>
                    </a:ext>
                  </a:extLst>
                </p14:cNvPr>
                <p14:cNvContentPartPr/>
                <p14:nvPr/>
              </p14:nvContentPartPr>
              <p14:xfrm>
                <a:off x="1800147" y="5700798"/>
                <a:ext cx="204480" cy="150840"/>
              </p14:xfrm>
            </p:contentPart>
          </mc:Choice>
          <mc:Fallback xmlns="">
            <p:pic>
              <p:nvPicPr>
                <p:cNvPr id="13" name="Ink 12">
                  <a:extLst>
                    <a:ext uri="{FF2B5EF4-FFF2-40B4-BE49-F238E27FC236}">
                      <a16:creationId xmlns:a16="http://schemas.microsoft.com/office/drawing/2014/main" id="{33AC0F0C-AFB6-1E4E-5DCD-C3FA3A31D389}"/>
                    </a:ext>
                  </a:extLst>
                </p:cNvPr>
                <p:cNvPicPr/>
                <p:nvPr/>
              </p:nvPicPr>
              <p:blipFill>
                <a:blip r:embed="rId16"/>
                <a:stretch>
                  <a:fillRect/>
                </a:stretch>
              </p:blipFill>
              <p:spPr>
                <a:xfrm>
                  <a:off x="1794027" y="5694678"/>
                  <a:ext cx="216720" cy="163080"/>
                </a:xfrm>
                <a:prstGeom prst="rect">
                  <a:avLst/>
                </a:prstGeom>
              </p:spPr>
            </p:pic>
          </mc:Fallback>
        </mc:AlternateContent>
      </p:grpSp>
      <p:sp>
        <p:nvSpPr>
          <p:cNvPr id="15" name="TextBox 14">
            <a:extLst>
              <a:ext uri="{FF2B5EF4-FFF2-40B4-BE49-F238E27FC236}">
                <a16:creationId xmlns:a16="http://schemas.microsoft.com/office/drawing/2014/main" id="{D3003BEA-3F5A-8DF2-4C2F-E3308CDC69F2}"/>
              </a:ext>
            </a:extLst>
          </p:cNvPr>
          <p:cNvSpPr txBox="1"/>
          <p:nvPr/>
        </p:nvSpPr>
        <p:spPr>
          <a:xfrm>
            <a:off x="443750" y="5934269"/>
            <a:ext cx="5191940" cy="923330"/>
          </a:xfrm>
          <a:prstGeom prst="rect">
            <a:avLst/>
          </a:prstGeom>
          <a:noFill/>
        </p:spPr>
        <p:txBody>
          <a:bodyPr wrap="square" rtlCol="0">
            <a:spAutoFit/>
          </a:bodyPr>
          <a:lstStyle/>
          <a:p>
            <a:r>
              <a:rPr lang="en-US" dirty="0"/>
              <a:t>The output when Chat-</a:t>
            </a:r>
            <a:r>
              <a:rPr lang="en-US" dirty="0" err="1"/>
              <a:t>Gpt</a:t>
            </a:r>
            <a:r>
              <a:rPr lang="en-US" dirty="0"/>
              <a:t> was given a picture of student have a zoom meeting discussion of their final exam.</a:t>
            </a:r>
          </a:p>
        </p:txBody>
      </p:sp>
      <p:sp>
        <p:nvSpPr>
          <p:cNvPr id="16" name="TextBox 15">
            <a:extLst>
              <a:ext uri="{FF2B5EF4-FFF2-40B4-BE49-F238E27FC236}">
                <a16:creationId xmlns:a16="http://schemas.microsoft.com/office/drawing/2014/main" id="{6121D454-AE97-2704-29AB-F0BF3A0CD5A2}"/>
              </a:ext>
            </a:extLst>
          </p:cNvPr>
          <p:cNvSpPr txBox="1"/>
          <p:nvPr/>
        </p:nvSpPr>
        <p:spPr>
          <a:xfrm>
            <a:off x="10938938" y="1251932"/>
            <a:ext cx="838200" cy="1477328"/>
          </a:xfrm>
          <a:prstGeom prst="rect">
            <a:avLst/>
          </a:prstGeom>
          <a:noFill/>
        </p:spPr>
        <p:txBody>
          <a:bodyPr wrap="square" rtlCol="0">
            <a:spAutoFit/>
          </a:bodyPr>
          <a:lstStyle/>
          <a:p>
            <a:r>
              <a:rPr lang="en-US" dirty="0"/>
              <a:t>Input given to the AI- Helper</a:t>
            </a:r>
          </a:p>
        </p:txBody>
      </p:sp>
    </p:spTree>
    <p:extLst>
      <p:ext uri="{BB962C8B-B14F-4D97-AF65-F5344CB8AC3E}">
        <p14:creationId xmlns:p14="http://schemas.microsoft.com/office/powerpoint/2010/main" val="16136412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2ECD-12F0-C9FB-1019-49779AE12436}"/>
              </a:ext>
            </a:extLst>
          </p:cNvPr>
          <p:cNvSpPr>
            <a:spLocks noGrp="1"/>
          </p:cNvSpPr>
          <p:nvPr>
            <p:ph type="title"/>
          </p:nvPr>
        </p:nvSpPr>
        <p:spPr/>
        <p:txBody>
          <a:bodyPr/>
          <a:lstStyle/>
          <a:p>
            <a:r>
              <a:rPr lang="en-US" dirty="0"/>
              <a:t>Thank you.</a:t>
            </a:r>
          </a:p>
        </p:txBody>
      </p:sp>
      <p:sp>
        <p:nvSpPr>
          <p:cNvPr id="4" name="Slide Number Placeholder 3">
            <a:extLst>
              <a:ext uri="{FF2B5EF4-FFF2-40B4-BE49-F238E27FC236}">
                <a16:creationId xmlns:a16="http://schemas.microsoft.com/office/drawing/2014/main" id="{5B3FCAEA-0938-FC88-FDCC-068837E75C4B}"/>
              </a:ext>
            </a:extLst>
          </p:cNvPr>
          <p:cNvSpPr>
            <a:spLocks noGrp="1"/>
          </p:cNvSpPr>
          <p:nvPr>
            <p:ph type="sldNum" sz="quarter" idx="12"/>
          </p:nvPr>
        </p:nvSpPr>
        <p:spPr/>
        <p:txBody>
          <a:bodyPr/>
          <a:lstStyle/>
          <a:p>
            <a:fld id="{793608D5-1586-F84E-AC54-632C635393D2}" type="slidenum">
              <a:rPr lang="en-US" smtClean="0"/>
              <a:pPr/>
              <a:t>60</a:t>
            </a:fld>
            <a:endParaRPr lang="en-US"/>
          </a:p>
        </p:txBody>
      </p:sp>
    </p:spTree>
    <p:extLst>
      <p:ext uri="{BB962C8B-B14F-4D97-AF65-F5344CB8AC3E}">
        <p14:creationId xmlns:p14="http://schemas.microsoft.com/office/powerpoint/2010/main" val="3865578458"/>
      </p:ext>
    </p:extLst>
  </p:cSld>
  <p:clrMapOvr>
    <a:masterClrMapping/>
  </p:clrMapOvr>
</p:sld>
</file>

<file path=ppt/theme/theme1.xml><?xml version="1.0" encoding="utf-8"?>
<a:theme xmlns:a="http://schemas.openxmlformats.org/drawingml/2006/main" name="CNRSHLD Theme">
  <a:themeElements>
    <a:clrScheme name="PSU24">
      <a:dk1>
        <a:srgbClr val="000320"/>
      </a:dk1>
      <a:lt1>
        <a:srgbClr val="FFFFFF"/>
      </a:lt1>
      <a:dk2>
        <a:srgbClr val="001E44"/>
      </a:dk2>
      <a:lt2>
        <a:srgbClr val="CCF0FF"/>
      </a:lt2>
      <a:accent1>
        <a:srgbClr val="009CDE"/>
      </a:accent1>
      <a:accent2>
        <a:srgbClr val="1E407C"/>
      </a:accent2>
      <a:accent3>
        <a:srgbClr val="A2AAAD"/>
      </a:accent3>
      <a:accent4>
        <a:srgbClr val="96BEE6"/>
      </a:accent4>
      <a:accent5>
        <a:srgbClr val="3EA39E"/>
      </a:accent5>
      <a:accent6>
        <a:srgbClr val="304D64"/>
      </a:accent6>
      <a:hlink>
        <a:srgbClr val="005FA9"/>
      </a:hlink>
      <a:folHlink>
        <a:srgbClr val="AC8DCE"/>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mmer" id="{986272A0-6B38-4070-A7D4-6B7236993BB3}" vid="{2E293B21-5504-4190-A5F7-D1065F435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04A49901785041AF741C157FF60EBA" ma:contentTypeVersion="17" ma:contentTypeDescription="Create a new document." ma:contentTypeScope="" ma:versionID="4a7d89b38e42e810f54e2c11bebb769a">
  <xsd:schema xmlns:xsd="http://www.w3.org/2001/XMLSchema" xmlns:xs="http://www.w3.org/2001/XMLSchema" xmlns:p="http://schemas.microsoft.com/office/2006/metadata/properties" xmlns:ns2="c7c738f6-68ec-422e-b0e4-3523873f7adf" xmlns:ns3="542b8847-f5d4-4c9f-bd30-657d16e5db1d" targetNamespace="http://schemas.microsoft.com/office/2006/metadata/properties" ma:root="true" ma:fieldsID="8baa85b48ad9b463479c575ff6088dd6" ns2:_="" ns3:_="">
    <xsd:import namespace="c7c738f6-68ec-422e-b0e4-3523873f7adf"/>
    <xsd:import namespace="542b8847-f5d4-4c9f-bd30-657d16e5db1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738f6-68ec-422e-b0e4-3523873f7a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8b28469-8996-4088-bd89-44d87d6385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2b8847-f5d4-4c9f-bd30-657d16e5db1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df913b2-6727-4332-b17d-c0f3123a082d}" ma:internalName="TaxCatchAll" ma:showField="CatchAllData" ma:web="542b8847-f5d4-4c9f-bd30-657d16e5db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542b8847-f5d4-4c9f-bd30-657d16e5db1d">
      <UserInfo>
        <DisplayName/>
        <AccountId xsi:nil="true"/>
        <AccountType/>
      </UserInfo>
    </SharedWithUsers>
    <lcf76f155ced4ddcb4097134ff3c332f xmlns="c7c738f6-68ec-422e-b0e4-3523873f7adf">
      <Terms xmlns="http://schemas.microsoft.com/office/infopath/2007/PartnerControls"/>
    </lcf76f155ced4ddcb4097134ff3c332f>
    <TaxCatchAll xmlns="542b8847-f5d4-4c9f-bd30-657d16e5db1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F2F42C-2A26-4005-8A3D-1DE358236C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c738f6-68ec-422e-b0e4-3523873f7adf"/>
    <ds:schemaRef ds:uri="542b8847-f5d4-4c9f-bd30-657d16e5db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D66D14-A0E9-4521-9291-FD880C80434C}">
  <ds:schemaRefs>
    <ds:schemaRef ds:uri="http://www.w3.org/XML/1998/namespace"/>
    <ds:schemaRef ds:uri="c7c738f6-68ec-422e-b0e4-3523873f7adf"/>
    <ds:schemaRef ds:uri="http://schemas.microsoft.com/office/2006/documentManagement/types"/>
    <ds:schemaRef ds:uri="http://purl.org/dc/elements/1.1/"/>
    <ds:schemaRef ds:uri="http://purl.org/dc/dcmitype/"/>
    <ds:schemaRef ds:uri="http://purl.org/dc/terms/"/>
    <ds:schemaRef ds:uri="http://schemas.openxmlformats.org/package/2006/metadata/core-properties"/>
    <ds:schemaRef ds:uri="http://schemas.microsoft.com/office/2006/metadata/properties"/>
    <ds:schemaRef ds:uri="http://schemas.microsoft.com/office/infopath/2007/PartnerControls"/>
    <ds:schemaRef ds:uri="542b8847-f5d4-4c9f-bd30-657d16e5db1d"/>
  </ds:schemaRefs>
</ds:datastoreItem>
</file>

<file path=customXml/itemProps3.xml><?xml version="1.0" encoding="utf-8"?>
<ds:datastoreItem xmlns:ds="http://schemas.openxmlformats.org/officeDocument/2006/customXml" ds:itemID="{680B47AB-8D81-4930-8D92-9A1184B52058}">
  <ds:schemaRefs>
    <ds:schemaRef ds:uri="http://schemas.microsoft.com/sharepoint/v3/contenttype/forms"/>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summer_1</Template>
  <TotalTime>352</TotalTime>
  <Words>3235</Words>
  <Application>Microsoft Office PowerPoint</Application>
  <PresentationFormat>Widescreen</PresentationFormat>
  <Paragraphs>375</Paragraphs>
  <Slides>60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Arial</vt:lpstr>
      <vt:lpstr>Calibri</vt:lpstr>
      <vt:lpstr>Consolas</vt:lpstr>
      <vt:lpstr>Franklin Gothic Book</vt:lpstr>
      <vt:lpstr>Franklin Gothic Medium</vt:lpstr>
      <vt:lpstr>Neue Haas Grotesk Text Pro</vt:lpstr>
      <vt:lpstr>Rockwell</vt:lpstr>
      <vt:lpstr>Wingdings</vt:lpstr>
      <vt:lpstr>CNRSHLD Theme</vt:lpstr>
      <vt:lpstr>Generative AI: Applications To-do-Task: n8n_Solo  </vt:lpstr>
      <vt:lpstr>What is n8n?</vt:lpstr>
      <vt:lpstr>What the AI Agent Does</vt:lpstr>
      <vt:lpstr>Tools Integrated in Workflow</vt:lpstr>
      <vt:lpstr>Local Setup of n8n</vt:lpstr>
      <vt:lpstr>Local Setup of n8n</vt:lpstr>
      <vt:lpstr>Workflow Diagram</vt:lpstr>
      <vt:lpstr>Connecting Google Drive in n8n</vt:lpstr>
      <vt:lpstr>Connecting ClickUp in n8n</vt:lpstr>
      <vt:lpstr>Slack Setup in n8n</vt:lpstr>
      <vt:lpstr>Using OpenAI in n8n</vt:lpstr>
      <vt:lpstr>Common Issues &amp; Debugging</vt:lpstr>
      <vt:lpstr>What I Learned</vt:lpstr>
      <vt:lpstr>PowerPoint Presentation</vt:lpstr>
      <vt:lpstr>Automating Job Applications using n8n, Ampify, and ChatGPT</vt:lpstr>
      <vt:lpstr>Why These Tools Were Chosen </vt:lpstr>
      <vt:lpstr>Create All Required Accounts</vt:lpstr>
      <vt:lpstr>workflow</vt:lpstr>
      <vt:lpstr>Amplify web scraping</vt:lpstr>
      <vt:lpstr>Finding actors</vt:lpstr>
      <vt:lpstr>Finding actors</vt:lpstr>
      <vt:lpstr>Finding actors</vt:lpstr>
      <vt:lpstr>Step 1 : SET UPA TRIGGER​</vt:lpstr>
      <vt:lpstr>Step 2 – JobScrapingusing Ampify​</vt:lpstr>
      <vt:lpstr>Step 2 – JobScrapingusing Ampify​</vt:lpstr>
      <vt:lpstr>Output of HTTP request​</vt:lpstr>
      <vt:lpstr>Chat GPT Models</vt:lpstr>
      <vt:lpstr>OUTPUT of MODEL1​</vt:lpstr>
      <vt:lpstr>Chat GPT Model 2 --- Relevance Rating</vt:lpstr>
      <vt:lpstr>Output from Our Model 2 </vt:lpstr>
      <vt:lpstr>Chat GPT Model 3 --- Generate Cover Letter</vt:lpstr>
      <vt:lpstr>Output from third model </vt:lpstr>
      <vt:lpstr>Google Sheets- Step 1</vt:lpstr>
      <vt:lpstr>Google Sheets- Step 2</vt:lpstr>
      <vt:lpstr>Send All Data to Google Sheets</vt:lpstr>
      <vt:lpstr>Output from the google sheet</vt:lpstr>
      <vt:lpstr>PowerPoint Presentation</vt:lpstr>
      <vt:lpstr>Introduction</vt:lpstr>
      <vt:lpstr>What the Bot Can Do</vt:lpstr>
      <vt:lpstr>24/7 AI Chatbot over WhatsApp using GPT-4.0 Mini + n8n</vt:lpstr>
      <vt:lpstr>Workflow</vt:lpstr>
      <vt:lpstr>Create All Required Accounts</vt:lpstr>
      <vt:lpstr>Step 1 : Set Up WhatsApp receiver</vt:lpstr>
      <vt:lpstr>Switch</vt:lpstr>
      <vt:lpstr>OUTPUT Of Switch</vt:lpstr>
      <vt:lpstr>Text only Input</vt:lpstr>
      <vt:lpstr>Output oftext only​</vt:lpstr>
      <vt:lpstr>AI Agent​</vt:lpstr>
      <vt:lpstr>Contents of AI-Agent​</vt:lpstr>
      <vt:lpstr>Output of GPT 4.0 mini​</vt:lpstr>
      <vt:lpstr>Whatsapp messenger  Sender</vt:lpstr>
      <vt:lpstr>Final WhatsApp response -- text​</vt:lpstr>
      <vt:lpstr>Image input to our AI-Helper</vt:lpstr>
      <vt:lpstr>WhatsApp get image​</vt:lpstr>
      <vt:lpstr>Image downloader​</vt:lpstr>
      <vt:lpstr>Output of Image downloader​</vt:lpstr>
      <vt:lpstr>GPT model– Analyze Image</vt:lpstr>
      <vt:lpstr>Output of analyze image​</vt:lpstr>
      <vt:lpstr>Final output on WhatsApp​</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Singh, Mayank</dc:creator>
  <cp:keywords>Penn State Brand PowerPoint Template, Corner Shield</cp:keywords>
  <dc:description>Minor fixes to v2 CNRSHLD template</dc:description>
  <cp:lastModifiedBy>Singh, Dhananjay</cp:lastModifiedBy>
  <cp:revision>9</cp:revision>
  <dcterms:created xsi:type="dcterms:W3CDTF">2025-08-03T01:05:57Z</dcterms:created>
  <dcterms:modified xsi:type="dcterms:W3CDTF">2025-09-30T19:41:39Z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0x0101009204A49901785041AF741C157FF60EBA</vt:lpwstr>
  </property>
</Properties>
</file>